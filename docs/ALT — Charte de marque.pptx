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Extension="fntdata" ContentType="application/x-fontdata"/>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embedTrueType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embeddedFontLst>
    <p:embeddedFont>
      <p:font typeface="Manrope"/>
      <p:regular r:id="rId2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openxmlformats.org/officeDocument/2006/relationships/font" Target="fonts/rId29.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image" Target="../media/image-5-16.png"/><Relationship Id="rId17" Type="http://schemas.openxmlformats.org/officeDocument/2006/relationships/image" Target="../media/image-5-17.png"/><Relationship Id="rId18" Type="http://schemas.openxmlformats.org/officeDocument/2006/relationships/image" Target="../media/image-5-18.png"/><Relationship Id="rId19" Type="http://schemas.openxmlformats.org/officeDocument/2006/relationships/slideLayout" Target="../slideLayouts/slideLayout1.xml"/><Relationship Id="rId2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image" Target="../media/image-7-14.png"/><Relationship Id="rId15" Type="http://schemas.openxmlformats.org/officeDocument/2006/relationships/image" Target="../media/image-7-15.png"/><Relationship Id="rId16" Type="http://schemas.openxmlformats.org/officeDocument/2006/relationships/image" Target="../media/image-7-16.png"/><Relationship Id="rId17" Type="http://schemas.openxmlformats.org/officeDocument/2006/relationships/image" Target="../media/image-7-17.png"/><Relationship Id="rId18" Type="http://schemas.openxmlformats.org/officeDocument/2006/relationships/image" Target="../media/image-7-18.png"/><Relationship Id="rId19" Type="http://schemas.openxmlformats.org/officeDocument/2006/relationships/image" Target="../media/image-7-19.png"/><Relationship Id="rId20" Type="http://schemas.openxmlformats.org/officeDocument/2006/relationships/image" Target="../media/image-7-20.png"/><Relationship Id="rId21" Type="http://schemas.openxmlformats.org/officeDocument/2006/relationships/image" Target="../media/image-7-21.png"/><Relationship Id="rId22" Type="http://schemas.openxmlformats.org/officeDocument/2006/relationships/image" Target="../media/image-7-22.png"/><Relationship Id="rId23" Type="http://schemas.openxmlformats.org/officeDocument/2006/relationships/image" Target="../media/image-7-23.png"/><Relationship Id="rId24" Type="http://schemas.openxmlformats.org/officeDocument/2006/relationships/image" Target="../media/image-7-24.png"/><Relationship Id="rId25" Type="http://schemas.openxmlformats.org/officeDocument/2006/relationships/image" Target="../media/image-7-25.png"/><Relationship Id="rId26" Type="http://schemas.openxmlformats.org/officeDocument/2006/relationships/slideLayout" Target="../slideLayouts/slideLayout1.xml"/><Relationship Id="rId2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slideLayout" Target="../slideLayouts/slideLayout1.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image" Target="../media/image-11-14.png"/><Relationship Id="rId15" Type="http://schemas.openxmlformats.org/officeDocument/2006/relationships/slideLayout" Target="../slideLayouts/slideLayout1.xml"/><Relationship Id="rId1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image" Target="../media/image-12-12.png"/><Relationship Id="rId13" Type="http://schemas.openxmlformats.org/officeDocument/2006/relationships/image" Target="../media/image-12-13.png"/><Relationship Id="rId14" Type="http://schemas.openxmlformats.org/officeDocument/2006/relationships/image" Target="../media/image-12-14.png"/><Relationship Id="rId15" Type="http://schemas.openxmlformats.org/officeDocument/2006/relationships/image" Target="../media/image-12-15.png"/><Relationship Id="rId16" Type="http://schemas.openxmlformats.org/officeDocument/2006/relationships/image" Target="../media/image-12-16.png"/><Relationship Id="rId17" Type="http://schemas.openxmlformats.org/officeDocument/2006/relationships/image" Target="../media/image-12-17.png"/><Relationship Id="rId18" Type="http://schemas.openxmlformats.org/officeDocument/2006/relationships/image" Target="../media/image-12-18.png"/><Relationship Id="rId19" Type="http://schemas.openxmlformats.org/officeDocument/2006/relationships/image" Target="../media/image-12-19.png"/><Relationship Id="rId20" Type="http://schemas.openxmlformats.org/officeDocument/2006/relationships/image" Target="../media/image-12-20.png"/><Relationship Id="rId21" Type="http://schemas.openxmlformats.org/officeDocument/2006/relationships/slideLayout" Target="../slideLayouts/slideLayout1.xml"/><Relationship Id="rId2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slideLayout" Target="../slideLayouts/slideLayout1.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slideLayout" Target="../slideLayouts/slideLayout1.xm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slideLayout" Target="../slideLayouts/slideLayout1.xml"/><Relationship Id="rId1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slideLayout" Target="../slideLayouts/slideLayout1.xml"/><Relationship Id="rId11"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slideLayout" Target="../slideLayouts/slideLayout1.xml"/><Relationship Id="rId10"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image" Target="../media/image-20-10.png"/><Relationship Id="rId11" Type="http://schemas.openxmlformats.org/officeDocument/2006/relationships/image" Target="../media/image-20-11.png"/><Relationship Id="rId12" Type="http://schemas.openxmlformats.org/officeDocument/2006/relationships/image" Target="../media/image-20-12.png"/><Relationship Id="rId13" Type="http://schemas.openxmlformats.org/officeDocument/2006/relationships/image" Target="../media/image-20-13.png"/><Relationship Id="rId14" Type="http://schemas.openxmlformats.org/officeDocument/2006/relationships/image" Target="../media/image-20-14.png"/><Relationship Id="rId15" Type="http://schemas.openxmlformats.org/officeDocument/2006/relationships/image" Target="../media/image-20-15.png"/><Relationship Id="rId16" Type="http://schemas.openxmlformats.org/officeDocument/2006/relationships/image" Target="../media/image-20-16.png"/><Relationship Id="rId17" Type="http://schemas.openxmlformats.org/officeDocument/2006/relationships/image" Target="../media/image-20-17.png"/><Relationship Id="rId18" Type="http://schemas.openxmlformats.org/officeDocument/2006/relationships/image" Target="../media/image-20-18.png"/><Relationship Id="rId19" Type="http://schemas.openxmlformats.org/officeDocument/2006/relationships/slideLayout" Target="../slideLayouts/slideLayout1.xml"/><Relationship Id="rId2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image" Target="../media/image-21-9.png"/><Relationship Id="rId10" Type="http://schemas.openxmlformats.org/officeDocument/2006/relationships/image" Target="../media/image-21-10.png"/><Relationship Id="rId11" Type="http://schemas.openxmlformats.org/officeDocument/2006/relationships/image" Target="../media/image-21-11.png"/><Relationship Id="rId12" Type="http://schemas.openxmlformats.org/officeDocument/2006/relationships/image" Target="../media/image-21-12.png"/><Relationship Id="rId13" Type="http://schemas.openxmlformats.org/officeDocument/2006/relationships/image" Target="../media/image-21-13.png"/><Relationship Id="rId14" Type="http://schemas.openxmlformats.org/officeDocument/2006/relationships/image" Target="../media/image-21-14.png"/><Relationship Id="rId15" Type="http://schemas.openxmlformats.org/officeDocument/2006/relationships/image" Target="../media/image-21-15.png"/><Relationship Id="rId16" Type="http://schemas.openxmlformats.org/officeDocument/2006/relationships/image" Target="../media/image-21-16.png"/><Relationship Id="rId17" Type="http://schemas.openxmlformats.org/officeDocument/2006/relationships/image" Target="../media/image-21-17.png"/><Relationship Id="rId18" Type="http://schemas.openxmlformats.org/officeDocument/2006/relationships/image" Target="../media/image-21-18.png"/><Relationship Id="rId19" Type="http://schemas.openxmlformats.org/officeDocument/2006/relationships/image" Target="../media/image-21-19.png"/><Relationship Id="rId20" Type="http://schemas.openxmlformats.org/officeDocument/2006/relationships/image" Target="../media/image-21-20.png"/><Relationship Id="rId21" Type="http://schemas.openxmlformats.org/officeDocument/2006/relationships/slideLayout" Target="../slideLayouts/slideLayout1.xml"/><Relationship Id="rId2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182" t="0" b="0"/>
          <a:stretch/>
        </p:blipFill>
        <p:spPr>
          <a:xfrm>
            <a:off x="-16669" y="0"/>
            <a:ext cx="9144000" cy="5143500"/>
          </a:xfrm>
          <a:prstGeom prst="rect">
            <a:avLst/>
          </a:prstGeom>
        </p:spPr>
      </p:pic>
      <p:sp>
        <p:nvSpPr>
          <p:cNvPr id="3" name="Text 0"/>
          <p:cNvSpPr/>
          <p:nvPr/>
        </p:nvSpPr>
        <p:spPr>
          <a:xfrm>
            <a:off x="261937" y="3281363"/>
            <a:ext cx="4700588" cy="233362"/>
          </a:xfrm>
          <a:prstGeom prst="rect">
            <a:avLst/>
          </a:prstGeom>
          <a:noFill/>
          <a:ln/>
        </p:spPr>
        <p:txBody>
          <a:bodyPr wrap="square" lIns="0" tIns="0" rIns="0" bIns="0" rtlCol="0" anchor="t"/>
          <a:lstStyle/>
          <a:p>
            <a:pPr algn="l" indent="0" marL="0">
              <a:lnSpc>
                <a:spcPts val="1766"/>
              </a:lnSpc>
              <a:buNone/>
            </a:pPr>
            <a:r>
              <a:rPr lang="en-US" sz="1293" dirty="0">
                <a:solidFill>
                  <a:srgbClr val="C6CDD3">
                    <a:alpha val="99000"/>
                  </a:srgbClr>
                </a:solidFill>
                <a:latin typeface="Manrope" pitchFamily="34" charset="0"/>
                <a:ea typeface="Manrope" pitchFamily="34" charset="-122"/>
                <a:cs typeface="Manrope" pitchFamily="34" charset="-120"/>
              </a:rPr>
              <a:t>ALT — Agence de développement web pour PME</a:t>
            </a:r>
            <a:endParaRPr lang="en-US" sz="1293" dirty="0"/>
          </a:p>
        </p:txBody>
      </p:sp>
      <p:sp>
        <p:nvSpPr>
          <p:cNvPr id="4" name="Text 1"/>
          <p:cNvSpPr/>
          <p:nvPr/>
        </p:nvSpPr>
        <p:spPr>
          <a:xfrm>
            <a:off x="261937" y="1690688"/>
            <a:ext cx="3757083" cy="676275"/>
          </a:xfrm>
          <a:prstGeom prst="rect">
            <a:avLst/>
          </a:prstGeom>
          <a:noFill/>
          <a:ln/>
        </p:spPr>
        <p:txBody>
          <a:bodyPr wrap="square" lIns="0" tIns="0" rIns="0" bIns="0" rtlCol="0" anchor="t"/>
          <a:lstStyle/>
          <a:p>
            <a:pPr algn="l" indent="0" marL="0">
              <a:lnSpc>
                <a:spcPts val="5119"/>
              </a:lnSpc>
              <a:buNone/>
            </a:pPr>
            <a:r>
              <a:rPr lang="en-US" sz="3747" b="1" dirty="0">
                <a:solidFill>
                  <a:srgbClr val="FFFFFF">
                    <a:alpha val="99000"/>
                  </a:srgbClr>
                </a:solidFill>
                <a:latin typeface="Manrope" pitchFamily="34" charset="0"/>
                <a:ea typeface="Manrope" pitchFamily="34" charset="-122"/>
                <a:cs typeface="Manrope" pitchFamily="34" charset="-120"/>
              </a:rPr>
              <a:t>CHARTE </a:t>
            </a:r>
            <a:pPr algn="l" indent="0" marL="0">
              <a:lnSpc>
                <a:spcPts val="5119"/>
              </a:lnSpc>
              <a:buNone/>
            </a:pPr>
            <a:r>
              <a:rPr lang="en-US" sz="3747" b="1" dirty="0">
                <a:solidFill>
                  <a:srgbClr val="005CFF">
                    <a:alpha val="99000"/>
                  </a:srgbClr>
                </a:solidFill>
                <a:latin typeface="Manrope" pitchFamily="34" charset="0"/>
                <a:ea typeface="Manrope" pitchFamily="34" charset="-122"/>
                <a:cs typeface="Manrope" pitchFamily="34" charset="-120"/>
              </a:rPr>
              <a:t>DE MARQUE</a:t>
            </a:r>
            <a:endParaRPr lang="en-US" sz="3747" dirty="0"/>
          </a:p>
        </p:txBody>
      </p:sp>
      <p:pic>
        <p:nvPicPr>
          <p:cNvPr id="5" name="Image 1" descr="preencoded.png">    </p:cNvPr>
          <p:cNvPicPr>
            <a:picLocks noChangeAspect="1"/>
          </p:cNvPicPr>
          <p:nvPr/>
        </p:nvPicPr>
        <p:blipFill>
          <a:blip r:embed="rId2"/>
          <a:srcRect l="0" r="0" t="0" b="0"/>
          <a:stretch/>
        </p:blipFill>
        <p:spPr>
          <a:xfrm>
            <a:off x="261937" y="3810000"/>
            <a:ext cx="785813" cy="38100"/>
          </a:xfrm>
          <a:prstGeom prst="rect">
            <a:avLst/>
          </a:prstGeom>
        </p:spPr>
      </p:pic>
      <p:sp>
        <p:nvSpPr>
          <p:cNvPr id="6" name="Text 2"/>
          <p:cNvSpPr/>
          <p:nvPr/>
        </p:nvSpPr>
        <p:spPr>
          <a:xfrm>
            <a:off x="261937" y="4319588"/>
            <a:ext cx="8196262" cy="273209"/>
          </a:xfrm>
          <a:prstGeom prst="rect">
            <a:avLst/>
          </a:prstGeom>
          <a:noFill/>
          <a:ln/>
        </p:spPr>
        <p:txBody>
          <a:bodyPr wrap="square" lIns="0" tIns="0" rIns="0" bIns="0" rtlCol="0" anchor="t"/>
          <a:lstStyle/>
          <a:p>
            <a:pPr algn="l"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            </a:t>
            </a:r>
            <a:pPr algn="l"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NOTRE IDENTITÉ. NOS VALEURS. </a:t>
            </a:r>
            <a:pPr algn="l" indent="0" marL="0">
              <a:lnSpc>
                <a:spcPts val="1557"/>
              </a:lnSpc>
              <a:buNone/>
            </a:pPr>
            <a:r>
              <a:rPr lang="en-US" sz="1140" dirty="0">
                <a:solidFill>
                  <a:srgbClr val="005CFF">
                    <a:alpha val="99000"/>
                  </a:srgbClr>
                </a:solidFill>
                <a:latin typeface="Manrope" pitchFamily="34" charset="0"/>
                <a:ea typeface="Manrope" pitchFamily="34" charset="-122"/>
                <a:cs typeface="Manrope" pitchFamily="34" charset="-120"/>
              </a:rPr>
              <a:t>VOTRE CONFIANCE.</a:t>
            </a:r>
            <a:endParaRPr lang="en-US" sz="1140" dirty="0"/>
          </a:p>
        </p:txBody>
      </p:sp>
      <p:pic>
        <p:nvPicPr>
          <p:cNvPr id="7" name="Image 2" descr="preencoded.png">    </p:cNvPr>
          <p:cNvPicPr>
            <a:picLocks noChangeAspect="1"/>
          </p:cNvPicPr>
          <p:nvPr/>
        </p:nvPicPr>
        <p:blipFill>
          <a:blip r:embed="rId3"/>
          <a:srcRect l="0" r="0" t="0" b="0"/>
          <a:stretch/>
        </p:blipFill>
        <p:spPr>
          <a:xfrm>
            <a:off x="261937" y="4286250"/>
            <a:ext cx="304800" cy="304800"/>
          </a:xfrm>
          <a:prstGeom prst="rect">
            <a:avLst/>
          </a:prstGeom>
        </p:spPr>
      </p:pic>
      <p:sp>
        <p:nvSpPr>
          <p:cNvPr id="8" name="Text 3"/>
          <p:cNvSpPr/>
          <p:nvPr/>
        </p:nvSpPr>
        <p:spPr>
          <a:xfrm>
            <a:off x="7286625" y="4352925"/>
            <a:ext cx="1302544" cy="473652"/>
          </a:xfrm>
          <a:prstGeom prst="rect">
            <a:avLst/>
          </a:prstGeom>
          <a:noFill/>
          <a:ln/>
        </p:spPr>
        <p:txBody>
          <a:bodyPr wrap="square" lIns="0" tIns="0" rIns="0" bIns="0" rtlCol="0" anchor="t"/>
          <a:lstStyle/>
          <a:p>
            <a:pPr algn="r"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01</a:t>
            </a:r>
            <a:pPr algn="r" indent="0" marL="0">
              <a:lnSpc>
                <a:spcPts val="1557"/>
              </a:lnSpc>
              <a:buNone/>
            </a:pPr>
            <a:r>
              <a:rPr lang="en-US" sz="1140" dirty="0">
                <a:solidFill>
                  <a:srgbClr val="005CFF">
                    <a:alpha val="99000"/>
                  </a:srgbClr>
                </a:solidFill>
                <a:latin typeface="Manrope" pitchFamily="34" charset="0"/>
                <a:ea typeface="Manrope" pitchFamily="34" charset="-122"/>
                <a:cs typeface="Manrope" pitchFamily="34" charset="-120"/>
              </a:rPr>
              <a:t>/</a:t>
            </a:r>
            <a:pPr algn="r"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 </a:t>
            </a:r>
            <a:pPr algn="r"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22</a:t>
            </a:r>
            <a:endParaRPr lang="en-US" sz="1140" dirty="0"/>
          </a:p>
        </p:txBody>
      </p:sp>
      <p:pic>
        <p:nvPicPr>
          <p:cNvPr id="9" name="Image 3" descr="preencoded.png">    </p:cNvPr>
          <p:cNvPicPr>
            <a:picLocks noChangeAspect="1"/>
          </p:cNvPicPr>
          <p:nvPr/>
        </p:nvPicPr>
        <p:blipFill>
          <a:blip r:embed="rId4"/>
          <a:srcRect l="0" r="0" t="0" b="4830"/>
          <a:stretch/>
        </p:blipFill>
        <p:spPr>
          <a:xfrm>
            <a:off x="261937" y="-80962"/>
            <a:ext cx="2238375" cy="1595438"/>
          </a:xfrm>
          <a:prstGeom prst="rect">
            <a:avLst/>
          </a:prstGeom>
        </p:spPr>
      </p:pic>
      <p:pic>
        <p:nvPicPr>
          <p:cNvPr id="10" name="Image 4" descr="preencoded.png">    </p:cNvPr>
          <p:cNvPicPr>
            <a:picLocks noChangeAspect="1"/>
          </p:cNvPicPr>
          <p:nvPr/>
        </p:nvPicPr>
        <p:blipFill>
          <a:blip r:embed="rId5"/>
          <a:srcRect l="0" r="5621" t="0" b="33292"/>
          <a:stretch/>
        </p:blipFill>
        <p:spPr>
          <a:xfrm>
            <a:off x="1866900" y="-947737"/>
            <a:ext cx="72771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566988" y="266700"/>
            <a:ext cx="7509757" cy="623888"/>
          </a:xfrm>
          <a:prstGeom prst="rect">
            <a:avLst/>
          </a:prstGeom>
          <a:noFill/>
          <a:ln/>
        </p:spPr>
        <p:txBody>
          <a:bodyPr wrap="square" lIns="0" tIns="0" rIns="0" bIns="0" rtlCol="0" anchor="t"/>
          <a:lstStyle/>
          <a:p>
            <a:pPr algn="l" indent="0" marL="0">
              <a:lnSpc>
                <a:spcPts val="4722"/>
              </a:lnSpc>
              <a:buNone/>
            </a:pPr>
            <a:r>
              <a:rPr lang="en-US" sz="3457" b="1" dirty="0">
                <a:solidFill>
                  <a:srgbClr val="0B162A">
                    <a:alpha val="99000"/>
                  </a:srgbClr>
                </a:solidFill>
                <a:latin typeface="Manrope" pitchFamily="34" charset="0"/>
                <a:ea typeface="Manrope" pitchFamily="34" charset="-122"/>
                <a:cs typeface="Manrope" pitchFamily="34" charset="-120"/>
              </a:rPr>
              <a:t>SOMMAIRE</a:t>
            </a:r>
            <a:endParaRPr lang="en-US" sz="3457" dirty="0"/>
          </a:p>
        </p:txBody>
      </p:sp>
      <p:sp>
        <p:nvSpPr>
          <p:cNvPr id="3" name="Text 1"/>
          <p:cNvSpPr/>
          <p:nvPr/>
        </p:nvSpPr>
        <p:spPr>
          <a:xfrm>
            <a:off x="2519363" y="1504950"/>
            <a:ext cx="2195513" cy="390525"/>
          </a:xfrm>
          <a:prstGeom prst="rect">
            <a:avLst/>
          </a:prstGeom>
          <a:noFill/>
          <a:ln/>
        </p:spPr>
        <p:txBody>
          <a:bodyPr wrap="square" lIns="0" tIns="0" rIns="0" bIns="0" rtlCol="0" anchor="t"/>
          <a:lstStyle/>
          <a:p>
            <a:pPr algn="l" indent="0" marL="0">
              <a:lnSpc>
                <a:spcPts val="2976"/>
              </a:lnSpc>
              <a:buNone/>
            </a:pPr>
            <a:r>
              <a:rPr lang="en-US" sz="2178" b="1" dirty="0">
                <a:solidFill>
                  <a:srgbClr val="1265FF">
                    <a:alpha val="99000"/>
                  </a:srgbClr>
                </a:solidFill>
                <a:latin typeface="Manrope" pitchFamily="34" charset="0"/>
                <a:ea typeface="Manrope" pitchFamily="34" charset="-122"/>
                <a:cs typeface="Manrope" pitchFamily="34" charset="-120"/>
              </a:rPr>
              <a:t>01.  </a:t>
            </a:r>
            <a:pPr algn="l" indent="0" marL="0">
              <a:lnSpc>
                <a:spcPts val="2976"/>
              </a:lnSpc>
              <a:buNone/>
            </a:pPr>
            <a:r>
              <a:rPr lang="en-US" sz="1283" b="1" dirty="0">
                <a:solidFill>
                  <a:srgbClr val="0B162A">
                    <a:alpha val="99000"/>
                  </a:srgbClr>
                </a:solidFill>
                <a:latin typeface="Manrope" pitchFamily="34" charset="0"/>
                <a:ea typeface="Manrope" pitchFamily="34" charset="-122"/>
                <a:cs typeface="Manrope" pitchFamily="34" charset="-120"/>
              </a:rPr>
              <a:t>Marque</a:t>
            </a:r>
            <a:endParaRPr lang="en-US" sz="2178" dirty="0"/>
          </a:p>
        </p:txBody>
      </p:sp>
      <p:pic>
        <p:nvPicPr>
          <p:cNvPr id="4" name="Image 0" descr="preencoded.png">    </p:cNvPr>
          <p:cNvPicPr>
            <a:picLocks noChangeAspect="1"/>
          </p:cNvPicPr>
          <p:nvPr/>
        </p:nvPicPr>
        <p:blipFill>
          <a:blip r:embed="rId1"/>
          <a:srcRect l="0" r="0" t="0" b="0"/>
          <a:stretch/>
        </p:blipFill>
        <p:spPr>
          <a:xfrm>
            <a:off x="19050" y="1069181"/>
            <a:ext cx="2181225" cy="9525"/>
          </a:xfrm>
          <a:prstGeom prst="rect">
            <a:avLst/>
          </a:prstGeom>
        </p:spPr>
      </p:pic>
      <p:pic>
        <p:nvPicPr>
          <p:cNvPr id="5" name="Image 1" descr="preencoded.png">    </p:cNvPr>
          <p:cNvPicPr>
            <a:picLocks noChangeAspect="1"/>
          </p:cNvPicPr>
          <p:nvPr/>
        </p:nvPicPr>
        <p:blipFill>
          <a:blip r:embed="rId2"/>
          <a:srcRect l="0" r="-28571" t="0" b="0"/>
          <a:stretch/>
        </p:blipFill>
        <p:spPr>
          <a:xfrm>
            <a:off x="2343150" y="0"/>
            <a:ext cx="42863" cy="5143500"/>
          </a:xfrm>
          <a:prstGeom prst="rect">
            <a:avLst/>
          </a:prstGeom>
        </p:spPr>
      </p:pic>
      <p:pic>
        <p:nvPicPr>
          <p:cNvPr id="6" name="Image 2" descr="preencoded.png">    </p:cNvPr>
          <p:cNvPicPr>
            <a:picLocks noChangeAspect="1"/>
          </p:cNvPicPr>
          <p:nvPr/>
        </p:nvPicPr>
        <p:blipFill>
          <a:blip r:embed="rId3"/>
          <a:srcRect l="0" r="0" t="0" b="0"/>
          <a:stretch/>
        </p:blipFill>
        <p:spPr>
          <a:xfrm>
            <a:off x="309563" y="9525"/>
            <a:ext cx="1404938" cy="1052513"/>
          </a:xfrm>
          <a:prstGeom prst="rect">
            <a:avLst/>
          </a:prstGeom>
        </p:spPr>
      </p:pic>
      <p:sp>
        <p:nvSpPr>
          <p:cNvPr id="7" name="Text 2"/>
          <p:cNvSpPr/>
          <p:nvPr/>
        </p:nvSpPr>
        <p:spPr>
          <a:xfrm>
            <a:off x="85725" y="1462088"/>
            <a:ext cx="1976438" cy="162447"/>
          </a:xfrm>
          <a:prstGeom prst="rect">
            <a:avLst/>
          </a:prstGeom>
          <a:noFill/>
          <a:ln/>
        </p:spPr>
        <p:txBody>
          <a:bodyPr wrap="square" lIns="0" tIns="0" rIns="0" bIns="0" rtlCol="0" anchor="t"/>
          <a:lstStyle/>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Ce document présente les principes fondamentaux de l’identité visuelle de ALT afin d’assurer une communication cohérente et professionnelle et impactante sur l’ensemble des supports.</a:t>
            </a:r>
            <a:endParaRPr lang="en-US" sz="911" dirty="0"/>
          </a:p>
        </p:txBody>
      </p:sp>
      <p:pic>
        <p:nvPicPr>
          <p:cNvPr id="8" name="Image 3" descr="preencoded.png">    </p:cNvPr>
          <p:cNvPicPr>
            <a:picLocks noChangeAspect="1"/>
          </p:cNvPicPr>
          <p:nvPr/>
        </p:nvPicPr>
        <p:blipFill>
          <a:blip r:embed="rId4"/>
          <a:srcRect l="0" r="14596" t="0" b="0"/>
          <a:stretch/>
        </p:blipFill>
        <p:spPr>
          <a:xfrm>
            <a:off x="-352425" y="2062163"/>
            <a:ext cx="2062163" cy="2414588"/>
          </a:xfrm>
          <a:prstGeom prst="rect">
            <a:avLst/>
          </a:prstGeom>
        </p:spPr>
      </p:pic>
      <p:sp>
        <p:nvSpPr>
          <p:cNvPr id="9" name="Text 3"/>
          <p:cNvSpPr/>
          <p:nvPr/>
        </p:nvSpPr>
        <p:spPr>
          <a:xfrm>
            <a:off x="223838" y="4672013"/>
            <a:ext cx="4491038" cy="149701"/>
          </a:xfrm>
          <a:prstGeom prst="rect">
            <a:avLst/>
          </a:prstGeom>
          <a:noFill/>
          <a:ln/>
        </p:spPr>
        <p:txBody>
          <a:bodyPr wrap="square" lIns="0" tIns="0" rIns="0" bIns="0" rtlCol="0" anchor="t"/>
          <a:lstStyle/>
          <a:p>
            <a:pPr algn="l" indent="0" marL="0">
              <a:lnSpc>
                <a:spcPts val="730"/>
              </a:lnSpc>
              <a:buNone/>
            </a:pPr>
            <a:r>
              <a:rPr lang="en-US" sz="534" dirty="0">
                <a:solidFill>
                  <a:srgbClr val="FFFFFF">
                    <a:alpha val="99000"/>
                  </a:srgbClr>
                </a:solidFill>
                <a:latin typeface="Manrope" pitchFamily="34" charset="0"/>
                <a:ea typeface="Manrope" pitchFamily="34" charset="-122"/>
                <a:cs typeface="Manrope" pitchFamily="34" charset="-120"/>
              </a:rPr>
              <a:t>            </a:t>
            </a:r>
            <a:pPr algn="l" indent="0" marL="0">
              <a:lnSpc>
                <a:spcPts val="730"/>
              </a:lnSpc>
              <a:buNone/>
            </a:pPr>
            <a:r>
              <a:rPr lang="en-US" sz="534" dirty="0">
                <a:solidFill>
                  <a:srgbClr val="2E3B46">
                    <a:alpha val="99000"/>
                  </a:srgbClr>
                </a:solidFill>
                <a:latin typeface="Manrope" pitchFamily="34" charset="0"/>
                <a:ea typeface="Manrope" pitchFamily="34" charset="-122"/>
                <a:cs typeface="Manrope" pitchFamily="34" charset="-120"/>
              </a:rPr>
              <a:t>NOTRE IDENTITÉ. NOS VALEURS. </a:t>
            </a:r>
            <a:pPr algn="l" indent="0" marL="0">
              <a:lnSpc>
                <a:spcPts val="730"/>
              </a:lnSpc>
              <a:buNone/>
            </a:pPr>
            <a:r>
              <a:rPr lang="en-US" sz="534" dirty="0">
                <a:solidFill>
                  <a:srgbClr val="005CFF">
                    <a:alpha val="99000"/>
                  </a:srgbClr>
                </a:solidFill>
                <a:latin typeface="Manrope" pitchFamily="34" charset="0"/>
                <a:ea typeface="Manrope" pitchFamily="34" charset="-122"/>
                <a:cs typeface="Manrope" pitchFamily="34" charset="-120"/>
              </a:rPr>
              <a:t>VOTRE CONFIANCE.</a:t>
            </a:r>
            <a:endParaRPr lang="en-US" sz="534" dirty="0"/>
          </a:p>
        </p:txBody>
      </p:sp>
      <p:pic>
        <p:nvPicPr>
          <p:cNvPr id="10" name="Image 4" descr="preencoded.png">    </p:cNvPr>
          <p:cNvPicPr>
            <a:picLocks noChangeAspect="1"/>
          </p:cNvPicPr>
          <p:nvPr/>
        </p:nvPicPr>
        <p:blipFill>
          <a:blip r:embed="rId5"/>
          <a:srcRect l="0" r="0" t="0" b="0"/>
          <a:stretch/>
        </p:blipFill>
        <p:spPr>
          <a:xfrm>
            <a:off x="90488" y="4614863"/>
            <a:ext cx="233362" cy="233362"/>
          </a:xfrm>
          <a:prstGeom prst="rect">
            <a:avLst/>
          </a:prstGeom>
        </p:spPr>
      </p:pic>
      <p:pic>
        <p:nvPicPr>
          <p:cNvPr id="11" name="Image 5" descr="preencoded.png">    </p:cNvPr>
          <p:cNvPicPr>
            <a:picLocks noChangeAspect="1"/>
          </p:cNvPicPr>
          <p:nvPr/>
        </p:nvPicPr>
        <p:blipFill>
          <a:blip r:embed="rId6"/>
          <a:srcRect l="0" r="0" t="0" b="0"/>
          <a:stretch/>
        </p:blipFill>
        <p:spPr>
          <a:xfrm>
            <a:off x="2566988" y="1071563"/>
            <a:ext cx="6577019" cy="19050"/>
          </a:xfrm>
          <a:prstGeom prst="rect">
            <a:avLst/>
          </a:prstGeom>
        </p:spPr>
      </p:pic>
      <p:sp>
        <p:nvSpPr>
          <p:cNvPr id="12" name="Text 4"/>
          <p:cNvSpPr/>
          <p:nvPr/>
        </p:nvSpPr>
        <p:spPr>
          <a:xfrm>
            <a:off x="2519363" y="2252663"/>
            <a:ext cx="1385888" cy="395288"/>
          </a:xfrm>
          <a:prstGeom prst="rect">
            <a:avLst/>
          </a:prstGeom>
          <a:noFill/>
          <a:ln/>
        </p:spPr>
        <p:txBody>
          <a:bodyPr wrap="square" lIns="0" tIns="0" rIns="0" bIns="0" rtlCol="0" anchor="t"/>
          <a:lstStyle/>
          <a:p>
            <a:pPr algn="l" indent="0" marL="0">
              <a:lnSpc>
                <a:spcPts val="2976"/>
              </a:lnSpc>
              <a:buNone/>
            </a:pPr>
            <a:r>
              <a:rPr lang="en-US" sz="2178" b="1" dirty="0">
                <a:solidFill>
                  <a:srgbClr val="1265FF">
                    <a:alpha val="99000"/>
                  </a:srgbClr>
                </a:solidFill>
                <a:latin typeface="Manrope" pitchFamily="34" charset="0"/>
                <a:ea typeface="Manrope" pitchFamily="34" charset="-122"/>
                <a:cs typeface="Manrope" pitchFamily="34" charset="-120"/>
              </a:rPr>
              <a:t>02.  </a:t>
            </a:r>
            <a:pPr algn="l" indent="0" marL="0">
              <a:lnSpc>
                <a:spcPts val="2976"/>
              </a:lnSpc>
              <a:buNone/>
            </a:pPr>
            <a:r>
              <a:rPr lang="en-US" sz="1283" b="1" dirty="0">
                <a:solidFill>
                  <a:srgbClr val="0B162A">
                    <a:alpha val="99000"/>
                  </a:srgbClr>
                </a:solidFill>
                <a:latin typeface="Manrope" pitchFamily="34" charset="0"/>
                <a:ea typeface="Manrope" pitchFamily="34" charset="-122"/>
                <a:cs typeface="Manrope" pitchFamily="34" charset="-120"/>
              </a:rPr>
              <a:t>Logo</a:t>
            </a:r>
            <a:endParaRPr lang="en-US" sz="2178" dirty="0"/>
          </a:p>
        </p:txBody>
      </p:sp>
      <p:sp>
        <p:nvSpPr>
          <p:cNvPr id="13" name="Text 5"/>
          <p:cNvSpPr/>
          <p:nvPr/>
        </p:nvSpPr>
        <p:spPr>
          <a:xfrm>
            <a:off x="2519363" y="3005138"/>
            <a:ext cx="1890713" cy="395288"/>
          </a:xfrm>
          <a:prstGeom prst="rect">
            <a:avLst/>
          </a:prstGeom>
          <a:noFill/>
          <a:ln/>
        </p:spPr>
        <p:txBody>
          <a:bodyPr wrap="square" lIns="0" tIns="0" rIns="0" bIns="0" rtlCol="0" anchor="t"/>
          <a:lstStyle/>
          <a:p>
            <a:pPr algn="l" indent="0" marL="0">
              <a:lnSpc>
                <a:spcPts val="2976"/>
              </a:lnSpc>
              <a:buNone/>
            </a:pPr>
            <a:r>
              <a:rPr lang="en-US" sz="2178" b="1" dirty="0">
                <a:solidFill>
                  <a:srgbClr val="1265FF">
                    <a:alpha val="99000"/>
                  </a:srgbClr>
                </a:solidFill>
                <a:latin typeface="Manrope" pitchFamily="34" charset="0"/>
                <a:ea typeface="Manrope" pitchFamily="34" charset="-122"/>
                <a:cs typeface="Manrope" pitchFamily="34" charset="-120"/>
              </a:rPr>
              <a:t>03.  </a:t>
            </a:r>
            <a:pPr algn="l" indent="0" marL="0">
              <a:lnSpc>
                <a:spcPts val="2976"/>
              </a:lnSpc>
              <a:buNone/>
            </a:pPr>
            <a:r>
              <a:rPr lang="en-US" sz="1283" b="1" dirty="0">
                <a:solidFill>
                  <a:srgbClr val="0B162A">
                    <a:alpha val="99000"/>
                  </a:srgbClr>
                </a:solidFill>
                <a:latin typeface="Manrope" pitchFamily="34" charset="0"/>
                <a:ea typeface="Manrope" pitchFamily="34" charset="-122"/>
                <a:cs typeface="Manrope" pitchFamily="34" charset="-120"/>
              </a:rPr>
              <a:t>Typographie</a:t>
            </a:r>
            <a:endParaRPr lang="en-US" sz="2178" dirty="0"/>
          </a:p>
        </p:txBody>
      </p:sp>
      <p:sp>
        <p:nvSpPr>
          <p:cNvPr id="14" name="Text 6"/>
          <p:cNvSpPr/>
          <p:nvPr/>
        </p:nvSpPr>
        <p:spPr>
          <a:xfrm>
            <a:off x="5434013" y="1519238"/>
            <a:ext cx="1385888" cy="395288"/>
          </a:xfrm>
          <a:prstGeom prst="rect">
            <a:avLst/>
          </a:prstGeom>
          <a:noFill/>
          <a:ln/>
        </p:spPr>
        <p:txBody>
          <a:bodyPr wrap="square" lIns="0" tIns="0" rIns="0" bIns="0" rtlCol="0" anchor="t"/>
          <a:lstStyle/>
          <a:p>
            <a:pPr algn="l" indent="0" marL="0">
              <a:lnSpc>
                <a:spcPts val="2976"/>
              </a:lnSpc>
              <a:buNone/>
            </a:pPr>
            <a:r>
              <a:rPr lang="en-US" sz="2178" b="1" dirty="0">
                <a:solidFill>
                  <a:srgbClr val="1265FF">
                    <a:alpha val="99000"/>
                  </a:srgbClr>
                </a:solidFill>
                <a:latin typeface="Manrope" pitchFamily="34" charset="0"/>
                <a:ea typeface="Manrope" pitchFamily="34" charset="-122"/>
                <a:cs typeface="Manrope" pitchFamily="34" charset="-120"/>
              </a:rPr>
              <a:t>04. </a:t>
            </a:r>
            <a:pPr algn="l" indent="0" marL="0">
              <a:lnSpc>
                <a:spcPts val="2976"/>
              </a:lnSpc>
              <a:buNone/>
            </a:pPr>
            <a:r>
              <a:rPr lang="en-US" sz="1283" b="1" dirty="0">
                <a:solidFill>
                  <a:srgbClr val="0B162A">
                    <a:alpha val="99000"/>
                  </a:srgbClr>
                </a:solidFill>
                <a:latin typeface="Manrope" pitchFamily="34" charset="0"/>
                <a:ea typeface="Manrope" pitchFamily="34" charset="-122"/>
                <a:cs typeface="Manrope" pitchFamily="34" charset="-120"/>
              </a:rPr>
              <a:t>Couleurs</a:t>
            </a:r>
            <a:endParaRPr lang="en-US" sz="2178" dirty="0"/>
          </a:p>
        </p:txBody>
      </p:sp>
      <p:sp>
        <p:nvSpPr>
          <p:cNvPr id="15" name="Text 7"/>
          <p:cNvSpPr/>
          <p:nvPr/>
        </p:nvSpPr>
        <p:spPr>
          <a:xfrm>
            <a:off x="5434013" y="2281238"/>
            <a:ext cx="1914525" cy="395288"/>
          </a:xfrm>
          <a:prstGeom prst="rect">
            <a:avLst/>
          </a:prstGeom>
          <a:noFill/>
          <a:ln/>
        </p:spPr>
        <p:txBody>
          <a:bodyPr wrap="square" lIns="0" tIns="0" rIns="0" bIns="0" rtlCol="0" anchor="t"/>
          <a:lstStyle/>
          <a:p>
            <a:pPr algn="l" indent="0" marL="0">
              <a:lnSpc>
                <a:spcPts val="2976"/>
              </a:lnSpc>
              <a:buNone/>
            </a:pPr>
            <a:r>
              <a:rPr lang="en-US" sz="2178" b="1" dirty="0">
                <a:solidFill>
                  <a:srgbClr val="1265FF">
                    <a:alpha val="99000"/>
                  </a:srgbClr>
                </a:solidFill>
                <a:latin typeface="Manrope" pitchFamily="34" charset="0"/>
                <a:ea typeface="Manrope" pitchFamily="34" charset="-122"/>
                <a:cs typeface="Manrope" pitchFamily="34" charset="-120"/>
              </a:rPr>
              <a:t>05. </a:t>
            </a:r>
            <a:pPr algn="l" indent="0" marL="0">
              <a:lnSpc>
                <a:spcPts val="2976"/>
              </a:lnSpc>
              <a:buNone/>
            </a:pPr>
            <a:r>
              <a:rPr lang="en-US" sz="1283" b="1" dirty="0">
                <a:solidFill>
                  <a:srgbClr val="0B162A">
                    <a:alpha val="99000"/>
                  </a:srgbClr>
                </a:solidFill>
                <a:latin typeface="Manrope" pitchFamily="34" charset="0"/>
                <a:ea typeface="Manrope" pitchFamily="34" charset="-122"/>
                <a:cs typeface="Manrope" pitchFamily="34" charset="-120"/>
              </a:rPr>
              <a:t>Applications</a:t>
            </a:r>
            <a:endParaRPr lang="en-US" sz="2178" dirty="0"/>
          </a:p>
        </p:txBody>
      </p:sp>
      <p:sp>
        <p:nvSpPr>
          <p:cNvPr id="16" name="Text 8"/>
          <p:cNvSpPr/>
          <p:nvPr/>
        </p:nvSpPr>
        <p:spPr>
          <a:xfrm>
            <a:off x="5434013" y="3005138"/>
            <a:ext cx="1385888" cy="395288"/>
          </a:xfrm>
          <a:prstGeom prst="rect">
            <a:avLst/>
          </a:prstGeom>
          <a:noFill/>
          <a:ln/>
        </p:spPr>
        <p:txBody>
          <a:bodyPr wrap="square" lIns="0" tIns="0" rIns="0" bIns="0" rtlCol="0" anchor="t"/>
          <a:lstStyle/>
          <a:p>
            <a:pPr algn="l" indent="0" marL="0">
              <a:lnSpc>
                <a:spcPts val="2976"/>
              </a:lnSpc>
              <a:buNone/>
            </a:pPr>
            <a:r>
              <a:rPr lang="en-US" sz="2178" b="1" dirty="0">
                <a:solidFill>
                  <a:srgbClr val="1265FF">
                    <a:alpha val="99000"/>
                  </a:srgbClr>
                </a:solidFill>
                <a:latin typeface="Manrope" pitchFamily="34" charset="0"/>
                <a:ea typeface="Manrope" pitchFamily="34" charset="-122"/>
                <a:cs typeface="Manrope" pitchFamily="34" charset="-120"/>
              </a:rPr>
              <a:t>06.  </a:t>
            </a:r>
            <a:pPr algn="l" indent="0" marL="0">
              <a:lnSpc>
                <a:spcPts val="2976"/>
              </a:lnSpc>
              <a:buNone/>
            </a:pPr>
            <a:r>
              <a:rPr lang="en-US" sz="1283" b="1" dirty="0">
                <a:solidFill>
                  <a:srgbClr val="0B162A">
                    <a:alpha val="99000"/>
                  </a:srgbClr>
                </a:solidFill>
                <a:latin typeface="Manrope" pitchFamily="34" charset="0"/>
                <a:ea typeface="Manrope" pitchFamily="34" charset="-122"/>
                <a:cs typeface="Manrope" pitchFamily="34" charset="-120"/>
              </a:rPr>
              <a:t>Contact</a:t>
            </a:r>
            <a:endParaRPr lang="en-US" sz="2178" dirty="0"/>
          </a:p>
        </p:txBody>
      </p:sp>
      <p:sp>
        <p:nvSpPr>
          <p:cNvPr id="17" name="Text 9"/>
          <p:cNvSpPr/>
          <p:nvPr/>
        </p:nvSpPr>
        <p:spPr>
          <a:xfrm>
            <a:off x="7348538" y="4314825"/>
            <a:ext cx="1323975" cy="471488"/>
          </a:xfrm>
          <a:prstGeom prst="rect">
            <a:avLst/>
          </a:prstGeom>
          <a:noFill/>
          <a:ln/>
        </p:spPr>
        <p:txBody>
          <a:bodyPr wrap="square" lIns="0" tIns="0" rIns="0" bIns="0" rtlCol="0" anchor="t"/>
          <a:lstStyle/>
          <a:p>
            <a:pPr algn="r" indent="0" marL="0">
              <a:lnSpc>
                <a:spcPts val="1557"/>
              </a:lnSpc>
              <a:buNone/>
            </a:pPr>
            <a:r>
              <a:rPr lang="en-US" sz="1140" dirty="0">
                <a:solidFill>
                  <a:srgbClr val="0B162A">
                    <a:alpha val="99000"/>
                  </a:srgbClr>
                </a:solidFill>
                <a:latin typeface="Manrope" pitchFamily="34" charset="0"/>
                <a:ea typeface="Manrope" pitchFamily="34" charset="-122"/>
                <a:cs typeface="Manrope" pitchFamily="34" charset="-120"/>
              </a:rPr>
              <a:t>02</a:t>
            </a:r>
            <a:pPr algn="r"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 </a:t>
            </a:r>
            <a:pPr algn="r" indent="0" marL="0">
              <a:lnSpc>
                <a:spcPts val="1557"/>
              </a:lnSpc>
              <a:buNone/>
            </a:pPr>
            <a:r>
              <a:rPr lang="en-US" sz="1140" dirty="0">
                <a:solidFill>
                  <a:srgbClr val="005CFF">
                    <a:alpha val="99000"/>
                  </a:srgbClr>
                </a:solidFill>
                <a:latin typeface="Manrope" pitchFamily="34" charset="0"/>
                <a:ea typeface="Manrope" pitchFamily="34" charset="-122"/>
                <a:cs typeface="Manrope" pitchFamily="34" charset="-120"/>
              </a:rPr>
              <a:t>/</a:t>
            </a:r>
            <a:pPr algn="r"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 </a:t>
            </a:r>
            <a:pPr algn="r" indent="0" marL="0">
              <a:lnSpc>
                <a:spcPts val="1557"/>
              </a:lnSpc>
              <a:buNone/>
            </a:pPr>
            <a:r>
              <a:rPr lang="en-US" sz="1140" dirty="0">
                <a:solidFill>
                  <a:srgbClr val="0B162A">
                    <a:alpha val="99000"/>
                  </a:srgbClr>
                </a:solidFill>
                <a:latin typeface="Manrope" pitchFamily="34" charset="0"/>
                <a:ea typeface="Manrope" pitchFamily="34" charset="-122"/>
                <a:cs typeface="Manrope" pitchFamily="34" charset="-120"/>
              </a:rPr>
              <a:t>22</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182" t="0" b="0"/>
          <a:stretch/>
        </p:blipFill>
        <p:spPr>
          <a:xfrm>
            <a:off x="-16669" y="0"/>
            <a:ext cx="9144000" cy="5143500"/>
          </a:xfrm>
          <a:prstGeom prst="rect">
            <a:avLst/>
          </a:prstGeom>
        </p:spPr>
      </p:pic>
      <p:sp>
        <p:nvSpPr>
          <p:cNvPr id="3" name="Text 0"/>
          <p:cNvSpPr/>
          <p:nvPr/>
        </p:nvSpPr>
        <p:spPr>
          <a:xfrm>
            <a:off x="261937" y="3619500"/>
            <a:ext cx="4700588" cy="233362"/>
          </a:xfrm>
          <a:prstGeom prst="rect">
            <a:avLst/>
          </a:prstGeom>
          <a:noFill/>
          <a:ln/>
        </p:spPr>
        <p:txBody>
          <a:bodyPr wrap="square" lIns="0" tIns="0" rIns="0" bIns="0" rtlCol="0" anchor="t"/>
          <a:lstStyle/>
          <a:p>
            <a:pPr algn="l" indent="0" marL="0">
              <a:lnSpc>
                <a:spcPts val="1766"/>
              </a:lnSpc>
              <a:buNone/>
            </a:pPr>
            <a:r>
              <a:rPr lang="en-US" sz="1293" dirty="0">
                <a:solidFill>
                  <a:srgbClr val="C6CDD3">
                    <a:alpha val="99000"/>
                  </a:srgbClr>
                </a:solidFill>
                <a:latin typeface="Manrope" pitchFamily="34" charset="0"/>
                <a:ea typeface="Manrope" pitchFamily="34" charset="-122"/>
                <a:cs typeface="Manrope" pitchFamily="34" charset="-120"/>
              </a:rPr>
              <a:t>Message de la marque, vision de l’entreprise</a:t>
            </a:r>
            <a:endParaRPr lang="en-US" sz="1293" dirty="0"/>
          </a:p>
        </p:txBody>
      </p:sp>
      <p:sp>
        <p:nvSpPr>
          <p:cNvPr id="4" name="Text 1"/>
          <p:cNvSpPr/>
          <p:nvPr/>
        </p:nvSpPr>
        <p:spPr>
          <a:xfrm>
            <a:off x="261937" y="1595438"/>
            <a:ext cx="8837084" cy="1590675"/>
          </a:xfrm>
          <a:prstGeom prst="rect">
            <a:avLst/>
          </a:prstGeom>
          <a:noFill/>
          <a:ln/>
        </p:spPr>
        <p:txBody>
          <a:bodyPr wrap="square" lIns="0" tIns="0" rIns="0" bIns="0" rtlCol="0" anchor="t"/>
          <a:lstStyle/>
          <a:p>
            <a:pPr algn="l" indent="0" marL="0">
              <a:lnSpc>
                <a:spcPts val="12040"/>
              </a:lnSpc>
              <a:buNone/>
            </a:pPr>
            <a:r>
              <a:rPr lang="en-US" sz="8814" b="1" dirty="0">
                <a:solidFill>
                  <a:srgbClr val="FFFFFF">
                    <a:alpha val="99000"/>
                  </a:srgbClr>
                </a:solidFill>
                <a:latin typeface="Manrope" pitchFamily="34" charset="0"/>
                <a:ea typeface="Manrope" pitchFamily="34" charset="-122"/>
                <a:cs typeface="Manrope" pitchFamily="34" charset="-120"/>
              </a:rPr>
              <a:t>Marque</a:t>
            </a:r>
            <a:endParaRPr lang="en-US" sz="8814" dirty="0"/>
          </a:p>
        </p:txBody>
      </p:sp>
      <p:pic>
        <p:nvPicPr>
          <p:cNvPr id="5" name="Image 1" descr="preencoded.png">    </p:cNvPr>
          <p:cNvPicPr>
            <a:picLocks noChangeAspect="1"/>
          </p:cNvPicPr>
          <p:nvPr/>
        </p:nvPicPr>
        <p:blipFill>
          <a:blip r:embed="rId2"/>
          <a:srcRect l="0" r="0" t="0" b="0"/>
          <a:stretch/>
        </p:blipFill>
        <p:spPr>
          <a:xfrm>
            <a:off x="261937" y="3305175"/>
            <a:ext cx="785813" cy="38100"/>
          </a:xfrm>
          <a:prstGeom prst="rect">
            <a:avLst/>
          </a:prstGeom>
        </p:spPr>
      </p:pic>
      <p:sp>
        <p:nvSpPr>
          <p:cNvPr id="6" name="Text 2"/>
          <p:cNvSpPr/>
          <p:nvPr/>
        </p:nvSpPr>
        <p:spPr>
          <a:xfrm>
            <a:off x="261937" y="4319588"/>
            <a:ext cx="8196262" cy="273209"/>
          </a:xfrm>
          <a:prstGeom prst="rect">
            <a:avLst/>
          </a:prstGeom>
          <a:noFill/>
          <a:ln/>
        </p:spPr>
        <p:txBody>
          <a:bodyPr wrap="square" lIns="0" tIns="0" rIns="0" bIns="0" rtlCol="0" anchor="t"/>
          <a:lstStyle/>
          <a:p>
            <a:pPr algn="l"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            </a:t>
            </a:r>
            <a:pPr algn="l"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NOTRE IDENTITÉ. NOS VALEURS. </a:t>
            </a:r>
            <a:pPr algn="l" indent="0" marL="0">
              <a:lnSpc>
                <a:spcPts val="1557"/>
              </a:lnSpc>
              <a:buNone/>
            </a:pPr>
            <a:r>
              <a:rPr lang="en-US" sz="1140" dirty="0">
                <a:solidFill>
                  <a:srgbClr val="005CFF">
                    <a:alpha val="99000"/>
                  </a:srgbClr>
                </a:solidFill>
                <a:latin typeface="Manrope" pitchFamily="34" charset="0"/>
                <a:ea typeface="Manrope" pitchFamily="34" charset="-122"/>
                <a:cs typeface="Manrope" pitchFamily="34" charset="-120"/>
              </a:rPr>
              <a:t>VOTRE CONFIANCE.</a:t>
            </a:r>
            <a:endParaRPr lang="en-US" sz="1140" dirty="0"/>
          </a:p>
        </p:txBody>
      </p:sp>
      <p:pic>
        <p:nvPicPr>
          <p:cNvPr id="7" name="Image 2" descr="preencoded.png">    </p:cNvPr>
          <p:cNvPicPr>
            <a:picLocks noChangeAspect="1"/>
          </p:cNvPicPr>
          <p:nvPr/>
        </p:nvPicPr>
        <p:blipFill>
          <a:blip r:embed="rId3"/>
          <a:srcRect l="0" r="0" t="0" b="0"/>
          <a:stretch/>
        </p:blipFill>
        <p:spPr>
          <a:xfrm>
            <a:off x="261937" y="4286250"/>
            <a:ext cx="304800" cy="304800"/>
          </a:xfrm>
          <a:prstGeom prst="rect">
            <a:avLst/>
          </a:prstGeom>
        </p:spPr>
      </p:pic>
      <p:sp>
        <p:nvSpPr>
          <p:cNvPr id="8" name="Text 3"/>
          <p:cNvSpPr/>
          <p:nvPr/>
        </p:nvSpPr>
        <p:spPr>
          <a:xfrm>
            <a:off x="7286625" y="4352925"/>
            <a:ext cx="1302544" cy="473652"/>
          </a:xfrm>
          <a:prstGeom prst="rect">
            <a:avLst/>
          </a:prstGeom>
          <a:noFill/>
          <a:ln/>
        </p:spPr>
        <p:txBody>
          <a:bodyPr wrap="square" lIns="0" tIns="0" rIns="0" bIns="0" rtlCol="0" anchor="t"/>
          <a:lstStyle/>
          <a:p>
            <a:pPr algn="r"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03</a:t>
            </a:r>
            <a:pPr algn="r" indent="0" marL="0">
              <a:lnSpc>
                <a:spcPts val="1557"/>
              </a:lnSpc>
              <a:buNone/>
            </a:pPr>
            <a:r>
              <a:rPr lang="en-US" sz="1140" dirty="0">
                <a:solidFill>
                  <a:srgbClr val="005CFF">
                    <a:alpha val="99000"/>
                  </a:srgbClr>
                </a:solidFill>
                <a:latin typeface="Manrope" pitchFamily="34" charset="0"/>
                <a:ea typeface="Manrope" pitchFamily="34" charset="-122"/>
                <a:cs typeface="Manrope" pitchFamily="34" charset="-120"/>
              </a:rPr>
              <a:t>/</a:t>
            </a:r>
            <a:pPr algn="r"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 </a:t>
            </a:r>
            <a:pPr algn="r"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22</a:t>
            </a:r>
            <a:endParaRPr lang="en-US" sz="1140" dirty="0"/>
          </a:p>
        </p:txBody>
      </p:sp>
      <p:pic>
        <p:nvPicPr>
          <p:cNvPr id="9" name="Image 3" descr="preencoded.png">    </p:cNvPr>
          <p:cNvPicPr>
            <a:picLocks noChangeAspect="1"/>
          </p:cNvPicPr>
          <p:nvPr/>
        </p:nvPicPr>
        <p:blipFill>
          <a:blip r:embed="rId4"/>
          <a:srcRect l="0" r="0" t="0" b="4830"/>
          <a:stretch/>
        </p:blipFill>
        <p:spPr>
          <a:xfrm>
            <a:off x="261937" y="-80962"/>
            <a:ext cx="2238375" cy="1595438"/>
          </a:xfrm>
          <a:prstGeom prst="rect">
            <a:avLst/>
          </a:prstGeom>
        </p:spPr>
      </p:pic>
      <p:pic>
        <p:nvPicPr>
          <p:cNvPr id="10" name="Image 4" descr="preencoded.png">    </p:cNvPr>
          <p:cNvPicPr>
            <a:picLocks noChangeAspect="1"/>
          </p:cNvPicPr>
          <p:nvPr/>
        </p:nvPicPr>
        <p:blipFill>
          <a:blip r:embed="rId5"/>
          <a:srcRect l="0" r="6424" t="0" b="33292"/>
          <a:stretch/>
        </p:blipFill>
        <p:spPr>
          <a:xfrm>
            <a:off x="1928813" y="-1004887"/>
            <a:ext cx="7215188" cy="5143500"/>
          </a:xfrm>
          <a:prstGeom prst="rect">
            <a:avLst/>
          </a:prstGeom>
        </p:spPr>
      </p:pic>
      <p:sp>
        <p:nvSpPr>
          <p:cNvPr id="11" name="Text 4"/>
          <p:cNvSpPr/>
          <p:nvPr/>
        </p:nvSpPr>
        <p:spPr>
          <a:xfrm>
            <a:off x="7348538" y="204788"/>
            <a:ext cx="2486025" cy="221883"/>
          </a:xfrm>
          <a:prstGeom prst="rect">
            <a:avLst/>
          </a:prstGeom>
          <a:noFill/>
          <a:ln/>
        </p:spPr>
        <p:txBody>
          <a:bodyPr wrap="square" lIns="0" tIns="0" rIns="0" bIns="0" rtlCol="0" anchor="t"/>
          <a:lstStyle/>
          <a:p>
            <a:pPr algn="l" indent="0" marL="0">
              <a:lnSpc>
                <a:spcPts val="1679"/>
              </a:lnSpc>
              <a:buNone/>
            </a:pPr>
            <a:r>
              <a:rPr lang="en-US" sz="1229" dirty="0">
                <a:solidFill>
                  <a:srgbClr val="FFFFFF">
                    <a:alpha val="99000"/>
                  </a:srgbClr>
                </a:solidFill>
                <a:latin typeface="Manrope" pitchFamily="34" charset="0"/>
                <a:ea typeface="Manrope" pitchFamily="34" charset="-122"/>
                <a:cs typeface="Manrope" pitchFamily="34" charset="-120"/>
              </a:rPr>
              <a:t>CHARTE </a:t>
            </a:r>
            <a:pPr algn="l" indent="0" marL="0">
              <a:lnSpc>
                <a:spcPts val="1679"/>
              </a:lnSpc>
              <a:buNone/>
            </a:pPr>
            <a:r>
              <a:rPr lang="en-US" sz="1229" dirty="0">
                <a:solidFill>
                  <a:srgbClr val="FFFFFF">
                    <a:alpha val="99000"/>
                  </a:srgbClr>
                </a:solidFill>
                <a:latin typeface="Manrope" pitchFamily="34" charset="0"/>
                <a:ea typeface="Manrope" pitchFamily="34" charset="-122"/>
                <a:cs typeface="Manrope" pitchFamily="34" charset="-120"/>
              </a:rPr>
              <a:t>DE MARQUE</a:t>
            </a:r>
            <a:endParaRPr lang="en-US" sz="1229" dirty="0"/>
          </a:p>
        </p:txBody>
      </p:sp>
      <p:sp>
        <p:nvSpPr>
          <p:cNvPr id="12" name="Text 5"/>
          <p:cNvSpPr/>
          <p:nvPr/>
        </p:nvSpPr>
        <p:spPr>
          <a:xfrm>
            <a:off x="6391275" y="1333500"/>
            <a:ext cx="11887896" cy="2114550"/>
          </a:xfrm>
          <a:prstGeom prst="rect">
            <a:avLst/>
          </a:prstGeom>
          <a:noFill/>
          <a:ln/>
        </p:spPr>
        <p:txBody>
          <a:bodyPr wrap="square" lIns="0" tIns="0" rIns="0" bIns="0" rtlCol="0" anchor="t"/>
          <a:lstStyle/>
          <a:p>
            <a:pPr algn="l" indent="0" marL="0">
              <a:lnSpc>
                <a:spcPts val="16113"/>
              </a:lnSpc>
              <a:buNone/>
            </a:pPr>
            <a:r>
              <a:rPr lang="en-US" sz="11796" b="1" dirty="0">
                <a:solidFill>
                  <a:srgbClr val="1265FF">
                    <a:alpha val="99000"/>
                  </a:srgbClr>
                </a:solidFill>
                <a:latin typeface="Manrope" pitchFamily="34" charset="0"/>
                <a:ea typeface="Manrope" pitchFamily="34" charset="-122"/>
                <a:cs typeface="Manrope" pitchFamily="34" charset="-120"/>
              </a:rPr>
              <a:t>01.</a:t>
            </a:r>
            <a:endParaRPr lang="en-US" sz="11796"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566988" y="266700"/>
            <a:ext cx="7509757" cy="623888"/>
          </a:xfrm>
          <a:prstGeom prst="rect">
            <a:avLst/>
          </a:prstGeom>
          <a:noFill/>
          <a:ln/>
        </p:spPr>
        <p:txBody>
          <a:bodyPr wrap="square" lIns="0" tIns="0" rIns="0" bIns="0" rtlCol="0" anchor="t"/>
          <a:lstStyle/>
          <a:p>
            <a:pPr algn="l" indent="0" marL="0">
              <a:lnSpc>
                <a:spcPts val="4722"/>
              </a:lnSpc>
              <a:buNone/>
            </a:pPr>
            <a:r>
              <a:rPr lang="en-US" sz="3457" b="1" dirty="0">
                <a:solidFill>
                  <a:srgbClr val="0B162A">
                    <a:alpha val="99000"/>
                  </a:srgbClr>
                </a:solidFill>
                <a:latin typeface="Manrope" pitchFamily="34" charset="0"/>
                <a:ea typeface="Manrope" pitchFamily="34" charset="-122"/>
                <a:cs typeface="Manrope" pitchFamily="34" charset="-120"/>
              </a:rPr>
              <a:t>MESSAGE </a:t>
            </a:r>
            <a:pPr algn="l" indent="0" marL="0">
              <a:lnSpc>
                <a:spcPts val="4722"/>
              </a:lnSpc>
              <a:buNone/>
            </a:pPr>
            <a:r>
              <a:rPr lang="en-US" sz="3457" b="1" dirty="0">
                <a:solidFill>
                  <a:srgbClr val="1265FF">
                    <a:alpha val="99000"/>
                  </a:srgbClr>
                </a:solidFill>
                <a:latin typeface="Manrope" pitchFamily="34" charset="0"/>
                <a:ea typeface="Manrope" pitchFamily="34" charset="-122"/>
                <a:cs typeface="Manrope" pitchFamily="34" charset="-120"/>
              </a:rPr>
              <a:t>DE MARQUE</a:t>
            </a:r>
            <a:endParaRPr lang="en-US" sz="3457" dirty="0"/>
          </a:p>
        </p:txBody>
      </p:sp>
      <p:pic>
        <p:nvPicPr>
          <p:cNvPr id="3" name="Image 0" descr="preencoded.png">    </p:cNvPr>
          <p:cNvPicPr>
            <a:picLocks noChangeAspect="1"/>
          </p:cNvPicPr>
          <p:nvPr/>
        </p:nvPicPr>
        <p:blipFill>
          <a:blip r:embed="rId1"/>
          <a:srcRect l="0" r="0" t="0" b="0"/>
          <a:stretch/>
        </p:blipFill>
        <p:spPr>
          <a:xfrm>
            <a:off x="19050" y="1069181"/>
            <a:ext cx="2181225" cy="9525"/>
          </a:xfrm>
          <a:prstGeom prst="rect">
            <a:avLst/>
          </a:prstGeom>
        </p:spPr>
      </p:pic>
      <p:pic>
        <p:nvPicPr>
          <p:cNvPr id="4" name="Image 1" descr="preencoded.png">    </p:cNvPr>
          <p:cNvPicPr>
            <a:picLocks noChangeAspect="1"/>
          </p:cNvPicPr>
          <p:nvPr/>
        </p:nvPicPr>
        <p:blipFill>
          <a:blip r:embed="rId2"/>
          <a:srcRect l="0" r="-28571" t="0" b="277"/>
          <a:stretch/>
        </p:blipFill>
        <p:spPr>
          <a:xfrm>
            <a:off x="2295525" y="-14287"/>
            <a:ext cx="42863" cy="5129243"/>
          </a:xfrm>
          <a:prstGeom prst="rect">
            <a:avLst/>
          </a:prstGeom>
        </p:spPr>
      </p:pic>
      <p:pic>
        <p:nvPicPr>
          <p:cNvPr id="5" name="Image 2" descr="preencoded.png">    </p:cNvPr>
          <p:cNvPicPr>
            <a:picLocks noChangeAspect="1"/>
          </p:cNvPicPr>
          <p:nvPr/>
        </p:nvPicPr>
        <p:blipFill>
          <a:blip r:embed="rId3"/>
          <a:srcRect l="0" r="0" t="0" b="0"/>
          <a:stretch/>
        </p:blipFill>
        <p:spPr>
          <a:xfrm>
            <a:off x="309563" y="9525"/>
            <a:ext cx="1404938" cy="1052513"/>
          </a:xfrm>
          <a:prstGeom prst="rect">
            <a:avLst/>
          </a:prstGeom>
        </p:spPr>
      </p:pic>
      <p:sp>
        <p:nvSpPr>
          <p:cNvPr id="6" name="Text 1"/>
          <p:cNvSpPr/>
          <p:nvPr/>
        </p:nvSpPr>
        <p:spPr>
          <a:xfrm>
            <a:off x="85725" y="1462088"/>
            <a:ext cx="1976438" cy="162447"/>
          </a:xfrm>
          <a:prstGeom prst="rect">
            <a:avLst/>
          </a:prstGeom>
          <a:noFill/>
          <a:ln/>
        </p:spPr>
        <p:txBody>
          <a:bodyPr wrap="square" lIns="0" tIns="0" rIns="0" bIns="0" rtlCol="0" anchor="t"/>
          <a:lstStyle/>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Ce document présente les fondamentaux de notre identité  visuelle et les règles d’applications de notre marque</a:t>
            </a:r>
            <a:endParaRPr lang="en-US" sz="911" dirty="0"/>
          </a:p>
        </p:txBody>
      </p:sp>
      <p:sp>
        <p:nvSpPr>
          <p:cNvPr id="7" name="Text 2"/>
          <p:cNvSpPr/>
          <p:nvPr/>
        </p:nvSpPr>
        <p:spPr>
          <a:xfrm>
            <a:off x="223838" y="4672013"/>
            <a:ext cx="2081212" cy="147638"/>
          </a:xfrm>
          <a:prstGeom prst="rect">
            <a:avLst/>
          </a:prstGeom>
          <a:noFill/>
          <a:ln/>
        </p:spPr>
        <p:txBody>
          <a:bodyPr wrap="square" lIns="0" tIns="0" rIns="0" bIns="0" rtlCol="0" anchor="t"/>
          <a:lstStyle/>
          <a:p>
            <a:pPr algn="l" indent="0" marL="0">
              <a:lnSpc>
                <a:spcPts val="730"/>
              </a:lnSpc>
              <a:buNone/>
            </a:pPr>
            <a:r>
              <a:rPr lang="en-US" sz="534" dirty="0">
                <a:solidFill>
                  <a:srgbClr val="FFFFFF">
                    <a:alpha val="99000"/>
                  </a:srgbClr>
                </a:solidFill>
                <a:latin typeface="Manrope" pitchFamily="34" charset="0"/>
                <a:ea typeface="Manrope" pitchFamily="34" charset="-122"/>
                <a:cs typeface="Manrope" pitchFamily="34" charset="-120"/>
              </a:rPr>
              <a:t>            </a:t>
            </a:r>
            <a:pPr algn="l" indent="0" marL="0">
              <a:lnSpc>
                <a:spcPts val="730"/>
              </a:lnSpc>
              <a:buNone/>
            </a:pPr>
            <a:r>
              <a:rPr lang="en-US" sz="534" dirty="0">
                <a:solidFill>
                  <a:srgbClr val="2E3B46">
                    <a:alpha val="99000"/>
                  </a:srgbClr>
                </a:solidFill>
                <a:latin typeface="Manrope" pitchFamily="34" charset="0"/>
                <a:ea typeface="Manrope" pitchFamily="34" charset="-122"/>
                <a:cs typeface="Manrope" pitchFamily="34" charset="-120"/>
              </a:rPr>
              <a:t>NOTRE IDENTITÉ. NOS VALEURS. </a:t>
            </a:r>
            <a:pPr algn="l" indent="0" marL="0">
              <a:lnSpc>
                <a:spcPts val="730"/>
              </a:lnSpc>
              <a:buNone/>
            </a:pPr>
            <a:r>
              <a:rPr lang="en-US" sz="534" dirty="0">
                <a:solidFill>
                  <a:srgbClr val="005CFF">
                    <a:alpha val="99000"/>
                  </a:srgbClr>
                </a:solidFill>
                <a:latin typeface="Manrope" pitchFamily="34" charset="0"/>
                <a:ea typeface="Manrope" pitchFamily="34" charset="-122"/>
                <a:cs typeface="Manrope" pitchFamily="34" charset="-120"/>
              </a:rPr>
              <a:t>VOTRE CONFIANCE.</a:t>
            </a:r>
            <a:pPr algn="l" indent="0" marL="0">
              <a:lnSpc>
                <a:spcPts val="730"/>
              </a:lnSpc>
              <a:buNone/>
            </a:pPr>
            <a:r>
              <a:rPr lang="en-US" sz="534" dirty="0">
                <a:solidFill>
                  <a:srgbClr val="0B162A">
                    <a:alpha val="99000"/>
                  </a:srgbClr>
                </a:solidFill>
                <a:latin typeface="Manrope" pitchFamily="34" charset="0"/>
                <a:ea typeface="Manrope" pitchFamily="34" charset="-122"/>
                <a:cs typeface="Manrope" pitchFamily="34" charset="-120"/>
              </a:rPr>
              <a:t> </a:t>
            </a:r>
            <a:pPr algn="l" indent="0" marL="0">
              <a:lnSpc>
                <a:spcPts val="730"/>
              </a:lnSpc>
              <a:buNone/>
            </a:pPr>
            <a:r>
              <a:rPr lang="en-US" sz="534" dirty="0">
                <a:solidFill>
                  <a:srgbClr val="FFFFFF">
                    <a:alpha val="99000"/>
                  </a:srgbClr>
                </a:solidFill>
                <a:latin typeface="Manrope" pitchFamily="34" charset="0"/>
                <a:ea typeface="Manrope" pitchFamily="34" charset="-122"/>
                <a:cs typeface="Manrope" pitchFamily="34" charset="-120"/>
              </a:rPr>
              <a:t>solutions simples et transparentes, centrées sur vos objectifs.</a:t>
            </a:r>
            <a:endParaRPr lang="en-US" sz="534" dirty="0"/>
          </a:p>
        </p:txBody>
      </p:sp>
      <p:pic>
        <p:nvPicPr>
          <p:cNvPr id="8" name="Image 3" descr="preencoded.png">    </p:cNvPr>
          <p:cNvPicPr>
            <a:picLocks noChangeAspect="1"/>
          </p:cNvPicPr>
          <p:nvPr/>
        </p:nvPicPr>
        <p:blipFill>
          <a:blip r:embed="rId4"/>
          <a:srcRect l="0" r="0" t="0" b="0"/>
          <a:stretch/>
        </p:blipFill>
        <p:spPr>
          <a:xfrm>
            <a:off x="90488" y="4614863"/>
            <a:ext cx="233362" cy="233362"/>
          </a:xfrm>
          <a:prstGeom prst="rect">
            <a:avLst/>
          </a:prstGeom>
        </p:spPr>
      </p:pic>
      <p:sp>
        <p:nvSpPr>
          <p:cNvPr id="9" name="Text 3"/>
          <p:cNvSpPr/>
          <p:nvPr/>
        </p:nvSpPr>
        <p:spPr>
          <a:xfrm>
            <a:off x="7348538" y="4314825"/>
            <a:ext cx="1323975" cy="471488"/>
          </a:xfrm>
          <a:prstGeom prst="rect">
            <a:avLst/>
          </a:prstGeom>
          <a:noFill/>
          <a:ln/>
        </p:spPr>
        <p:txBody>
          <a:bodyPr wrap="square" lIns="0" tIns="0" rIns="0" bIns="0" rtlCol="0" anchor="t"/>
          <a:lstStyle/>
          <a:p>
            <a:pPr algn="r" indent="0" marL="0">
              <a:lnSpc>
                <a:spcPts val="1557"/>
              </a:lnSpc>
              <a:buNone/>
            </a:pPr>
            <a:r>
              <a:rPr lang="en-US" sz="1140" dirty="0">
                <a:solidFill>
                  <a:srgbClr val="0B162A">
                    <a:alpha val="99000"/>
                  </a:srgbClr>
                </a:solidFill>
                <a:latin typeface="Manrope" pitchFamily="34" charset="0"/>
                <a:ea typeface="Manrope" pitchFamily="34" charset="-122"/>
                <a:cs typeface="Manrope" pitchFamily="34" charset="-120"/>
              </a:rPr>
              <a:t>04</a:t>
            </a:r>
            <a:pPr algn="r"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 </a:t>
            </a:r>
            <a:pPr algn="r" indent="0" marL="0">
              <a:lnSpc>
                <a:spcPts val="1557"/>
              </a:lnSpc>
              <a:buNone/>
            </a:pPr>
            <a:r>
              <a:rPr lang="en-US" sz="1140" dirty="0">
                <a:solidFill>
                  <a:srgbClr val="005CFF">
                    <a:alpha val="99000"/>
                  </a:srgbClr>
                </a:solidFill>
                <a:latin typeface="Manrope" pitchFamily="34" charset="0"/>
                <a:ea typeface="Manrope" pitchFamily="34" charset="-122"/>
                <a:cs typeface="Manrope" pitchFamily="34" charset="-120"/>
              </a:rPr>
              <a:t>/</a:t>
            </a:r>
            <a:pPr algn="r"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 </a:t>
            </a:r>
            <a:pPr algn="r" indent="0" marL="0">
              <a:lnSpc>
                <a:spcPts val="1557"/>
              </a:lnSpc>
              <a:buNone/>
            </a:pPr>
            <a:r>
              <a:rPr lang="en-US" sz="1140" dirty="0">
                <a:solidFill>
                  <a:srgbClr val="0B162A">
                    <a:alpha val="99000"/>
                  </a:srgbClr>
                </a:solidFill>
                <a:latin typeface="Manrope" pitchFamily="34" charset="0"/>
                <a:ea typeface="Manrope" pitchFamily="34" charset="-122"/>
                <a:cs typeface="Manrope" pitchFamily="34" charset="-120"/>
              </a:rPr>
              <a:t>22</a:t>
            </a:r>
            <a:endParaRPr lang="en-US" sz="1140" dirty="0"/>
          </a:p>
        </p:txBody>
      </p:sp>
      <p:pic>
        <p:nvPicPr>
          <p:cNvPr id="10" name="Image 4" descr="preencoded.png">    </p:cNvPr>
          <p:cNvPicPr>
            <a:picLocks noChangeAspect="1"/>
          </p:cNvPicPr>
          <p:nvPr/>
        </p:nvPicPr>
        <p:blipFill>
          <a:blip r:embed="rId5"/>
          <a:srcRect l="0" r="0" t="0" b="0"/>
          <a:stretch/>
        </p:blipFill>
        <p:spPr>
          <a:xfrm>
            <a:off x="2721769" y="962025"/>
            <a:ext cx="492919" cy="38100"/>
          </a:xfrm>
          <a:prstGeom prst="rect">
            <a:avLst/>
          </a:prstGeom>
        </p:spPr>
      </p:pic>
      <p:sp>
        <p:nvSpPr>
          <p:cNvPr id="11" name="Text 4"/>
          <p:cNvSpPr/>
          <p:nvPr/>
        </p:nvSpPr>
        <p:spPr>
          <a:xfrm>
            <a:off x="2595563" y="1143000"/>
            <a:ext cx="3629025" cy="161925"/>
          </a:xfrm>
          <a:prstGeom prst="rect">
            <a:avLst/>
          </a:prstGeom>
          <a:noFill/>
          <a:ln/>
        </p:spPr>
        <p:txBody>
          <a:bodyPr wrap="square" lIns="0" tIns="0" rIns="0" bIns="0" rtlCol="0" anchor="t"/>
          <a:lstStyle/>
          <a:p>
            <a:pPr algn="l" indent="0" marL="0">
              <a:lnSpc>
                <a:spcPts val="1245"/>
              </a:lnSpc>
              <a:buNone/>
            </a:pPr>
            <a:r>
              <a:rPr lang="en-US" sz="911" b="1" dirty="0">
                <a:solidFill>
                  <a:srgbClr val="0B162A">
                    <a:alpha val="99000"/>
                  </a:srgbClr>
                </a:solidFill>
                <a:latin typeface="Manrope" pitchFamily="34" charset="0"/>
                <a:ea typeface="Manrope" pitchFamily="34" charset="-122"/>
                <a:cs typeface="Manrope" pitchFamily="34" charset="-120"/>
              </a:rPr>
              <a:t>ATL est une agence de développement web dédiée aux PME. Notre mission : concevoir des sites webs sur mesure, performants et durables,  qui renforcent leur présence en ligne et soutiennent leur croissance.</a:t>
            </a:r>
            <a:endParaRPr lang="en-US" sz="911" dirty="0"/>
          </a:p>
        </p:txBody>
      </p:sp>
      <p:pic>
        <p:nvPicPr>
          <p:cNvPr id="12" name="Image 5" descr="preencoded.png">    </p:cNvPr>
          <p:cNvPicPr>
            <a:picLocks noChangeAspect="1"/>
          </p:cNvPicPr>
          <p:nvPr/>
        </p:nvPicPr>
        <p:blipFill>
          <a:blip r:embed="rId6"/>
          <a:srcRect l="0" r="26371" t="0" b="0"/>
          <a:stretch/>
        </p:blipFill>
        <p:spPr>
          <a:xfrm>
            <a:off x="6457950" y="1138238"/>
            <a:ext cx="2686050" cy="3648075"/>
          </a:xfrm>
          <a:prstGeom prst="rect">
            <a:avLst/>
          </a:prstGeom>
        </p:spPr>
      </p:pic>
      <p:sp>
        <p:nvSpPr>
          <p:cNvPr id="13" name="Text 5"/>
          <p:cNvSpPr/>
          <p:nvPr/>
        </p:nvSpPr>
        <p:spPr>
          <a:xfrm>
            <a:off x="2595563" y="1928813"/>
            <a:ext cx="3629025" cy="161925"/>
          </a:xfrm>
          <a:prstGeom prst="rect">
            <a:avLst/>
          </a:prstGeom>
          <a:noFill/>
          <a:ln/>
        </p:spPr>
        <p:txBody>
          <a:bodyPr wrap="square" lIns="0" tIns="0" rIns="0" bIns="0" rtlCol="0" anchor="t"/>
          <a:lstStyle/>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Nous croyons que la technologie doit être simple, utile et accessible. C’est pourquoi nous misons sur la clarté, la fiabilité et l’innovation utile pour transformer les idées de nos clients en expériences digitales impactantes. </a:t>
            </a:r>
            <a:endParaRPr lang="en-US" sz="911" dirty="0"/>
          </a:p>
        </p:txBody>
      </p:sp>
      <p:sp>
        <p:nvSpPr>
          <p:cNvPr id="14" name="Text 6"/>
          <p:cNvSpPr/>
          <p:nvPr/>
        </p:nvSpPr>
        <p:spPr>
          <a:xfrm>
            <a:off x="2595563" y="2714625"/>
            <a:ext cx="3629025" cy="161925"/>
          </a:xfrm>
          <a:prstGeom prst="rect">
            <a:avLst/>
          </a:prstGeom>
          <a:noFill/>
          <a:ln/>
        </p:spPr>
        <p:txBody>
          <a:bodyPr wrap="square" lIns="0" tIns="0" rIns="0" bIns="0" rtlCol="0" anchor="t"/>
          <a:lstStyle/>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À chaques étape, nous sommes un partenaire de confiance : à l’écoute, réactifs et engagés pour assurer des résultats concrêts et durables.</a:t>
            </a:r>
            <a:endParaRPr lang="en-US" sz="911" dirty="0"/>
          </a:p>
        </p:txBody>
      </p:sp>
      <p:pic>
        <p:nvPicPr>
          <p:cNvPr id="15" name="Image 6" descr="preencoded.png">    </p:cNvPr>
          <p:cNvPicPr>
            <a:picLocks noChangeAspect="1"/>
          </p:cNvPicPr>
          <p:nvPr/>
        </p:nvPicPr>
        <p:blipFill>
          <a:blip r:embed="rId7"/>
          <a:srcRect l="0" r="0" t="0" b="0"/>
          <a:stretch/>
        </p:blipFill>
        <p:spPr>
          <a:xfrm>
            <a:off x="2566988" y="3648075"/>
            <a:ext cx="619125" cy="619125"/>
          </a:xfrm>
          <a:prstGeom prst="rect">
            <a:avLst/>
          </a:prstGeom>
        </p:spPr>
      </p:pic>
      <p:pic>
        <p:nvPicPr>
          <p:cNvPr id="16" name="Image 7" descr="preencoded.png">    </p:cNvPr>
          <p:cNvPicPr>
            <a:picLocks noChangeAspect="1"/>
          </p:cNvPicPr>
          <p:nvPr/>
        </p:nvPicPr>
        <p:blipFill>
          <a:blip r:embed="rId8"/>
          <a:srcRect l="0" r="0" t="0" b="0"/>
          <a:stretch/>
        </p:blipFill>
        <p:spPr>
          <a:xfrm>
            <a:off x="3838575" y="3648075"/>
            <a:ext cx="571500" cy="571500"/>
          </a:xfrm>
          <a:prstGeom prst="rect">
            <a:avLst/>
          </a:prstGeom>
        </p:spPr>
      </p:pic>
      <p:pic>
        <p:nvPicPr>
          <p:cNvPr id="17" name="Image 8" descr="preencoded.png">    </p:cNvPr>
          <p:cNvPicPr>
            <a:picLocks noChangeAspect="1"/>
          </p:cNvPicPr>
          <p:nvPr/>
        </p:nvPicPr>
        <p:blipFill>
          <a:blip r:embed="rId9"/>
          <a:srcRect l="0" r="0" t="0" b="0"/>
          <a:stretch/>
        </p:blipFill>
        <p:spPr>
          <a:xfrm>
            <a:off x="5005388" y="3648075"/>
            <a:ext cx="547688" cy="547688"/>
          </a:xfrm>
          <a:prstGeom prst="rect">
            <a:avLst/>
          </a:prstGeom>
        </p:spPr>
      </p:pic>
      <p:sp>
        <p:nvSpPr>
          <p:cNvPr id="18" name="Text 7"/>
          <p:cNvSpPr/>
          <p:nvPr/>
        </p:nvSpPr>
        <p:spPr>
          <a:xfrm>
            <a:off x="2595563" y="4314825"/>
            <a:ext cx="404813" cy="161925"/>
          </a:xfrm>
          <a:prstGeom prst="rect">
            <a:avLst/>
          </a:prstGeom>
          <a:noFill/>
          <a:ln/>
        </p:spPr>
        <p:txBody>
          <a:bodyPr wrap="square" lIns="0" tIns="0" rIns="0" bIns="0" rtlCol="0" anchor="t"/>
          <a:lstStyle/>
          <a:p>
            <a:pPr algn="l" indent="0" marL="0">
              <a:lnSpc>
                <a:spcPts val="1245"/>
              </a:lnSpc>
              <a:buNone/>
            </a:pPr>
            <a:r>
              <a:rPr lang="en-US" sz="911" b="1" dirty="0">
                <a:solidFill>
                  <a:srgbClr val="0B162A">
                    <a:alpha val="99000"/>
                  </a:srgbClr>
                </a:solidFill>
                <a:latin typeface="Manrope" pitchFamily="34" charset="0"/>
                <a:ea typeface="Manrope" pitchFamily="34" charset="-122"/>
                <a:cs typeface="Manrope" pitchFamily="34" charset="-120"/>
              </a:rPr>
              <a:t>Clarté</a:t>
            </a:r>
            <a:endParaRPr lang="en-US" sz="911" dirty="0"/>
          </a:p>
        </p:txBody>
      </p:sp>
      <p:sp>
        <p:nvSpPr>
          <p:cNvPr id="19" name="Text 8"/>
          <p:cNvSpPr/>
          <p:nvPr/>
        </p:nvSpPr>
        <p:spPr>
          <a:xfrm>
            <a:off x="3890962" y="4314825"/>
            <a:ext cx="519113" cy="161925"/>
          </a:xfrm>
          <a:prstGeom prst="rect">
            <a:avLst/>
          </a:prstGeom>
          <a:noFill/>
          <a:ln/>
        </p:spPr>
        <p:txBody>
          <a:bodyPr wrap="square" lIns="0" tIns="0" rIns="0" bIns="0" rtlCol="0" anchor="t"/>
          <a:lstStyle/>
          <a:p>
            <a:pPr algn="l" indent="0" marL="0">
              <a:lnSpc>
                <a:spcPts val="1245"/>
              </a:lnSpc>
              <a:buNone/>
            </a:pPr>
            <a:r>
              <a:rPr lang="en-US" sz="911" b="1" dirty="0">
                <a:solidFill>
                  <a:srgbClr val="0B162A">
                    <a:alpha val="99000"/>
                  </a:srgbClr>
                </a:solidFill>
                <a:latin typeface="Manrope" pitchFamily="34" charset="0"/>
                <a:ea typeface="Manrope" pitchFamily="34" charset="-122"/>
                <a:cs typeface="Manrope" pitchFamily="34" charset="-120"/>
              </a:rPr>
              <a:t>Fiabilité</a:t>
            </a:r>
            <a:endParaRPr lang="en-US" sz="911" dirty="0"/>
          </a:p>
        </p:txBody>
      </p:sp>
      <p:sp>
        <p:nvSpPr>
          <p:cNvPr id="20" name="Text 9"/>
          <p:cNvSpPr/>
          <p:nvPr/>
        </p:nvSpPr>
        <p:spPr>
          <a:xfrm>
            <a:off x="5024438" y="4314825"/>
            <a:ext cx="1057275" cy="161925"/>
          </a:xfrm>
          <a:prstGeom prst="rect">
            <a:avLst/>
          </a:prstGeom>
          <a:noFill/>
          <a:ln/>
        </p:spPr>
        <p:txBody>
          <a:bodyPr wrap="square" lIns="0" tIns="0" rIns="0" bIns="0" rtlCol="0" anchor="t"/>
          <a:lstStyle/>
          <a:p>
            <a:pPr algn="l" indent="0" marL="0">
              <a:lnSpc>
                <a:spcPts val="1245"/>
              </a:lnSpc>
              <a:buNone/>
            </a:pPr>
            <a:r>
              <a:rPr lang="en-US" sz="911" b="1" dirty="0">
                <a:solidFill>
                  <a:srgbClr val="0B162A">
                    <a:alpha val="99000"/>
                  </a:srgbClr>
                </a:solidFill>
                <a:latin typeface="Manrope" pitchFamily="34" charset="0"/>
                <a:ea typeface="Manrope" pitchFamily="34" charset="-122"/>
                <a:cs typeface="Manrope" pitchFamily="34" charset="-120"/>
              </a:rPr>
              <a:t>Innovation utile</a:t>
            </a:r>
            <a:endParaRPr lang="en-US" sz="911" dirty="0"/>
          </a:p>
        </p:txBody>
      </p:sp>
      <p:sp>
        <p:nvSpPr>
          <p:cNvPr id="21" name="Text 10"/>
          <p:cNvSpPr/>
          <p:nvPr/>
        </p:nvSpPr>
        <p:spPr>
          <a:xfrm>
            <a:off x="2566988" y="4491038"/>
            <a:ext cx="828675" cy="257175"/>
          </a:xfrm>
          <a:prstGeom prst="rect">
            <a:avLst/>
          </a:prstGeom>
          <a:noFill/>
          <a:ln/>
        </p:spPr>
        <p:txBody>
          <a:bodyPr wrap="square" lIns="0" tIns="0" rIns="0" bIns="0" rtlCol="0" anchor="t"/>
          <a:lstStyle/>
          <a:p>
            <a:pPr algn="l" indent="0" marL="0">
              <a:lnSpc>
                <a:spcPts val="654"/>
              </a:lnSpc>
              <a:buNone/>
            </a:pPr>
            <a:r>
              <a:rPr lang="en-US" sz="479" dirty="0">
                <a:solidFill>
                  <a:srgbClr val="0B162A">
                    <a:alpha val="99000"/>
                  </a:srgbClr>
                </a:solidFill>
                <a:latin typeface="Manrope" pitchFamily="34" charset="0"/>
                <a:ea typeface="Manrope" pitchFamily="34" charset="-122"/>
                <a:cs typeface="Manrope" pitchFamily="34" charset="-120"/>
              </a:rPr>
              <a:t>Des solutions simples et transparentes, centrées sur vos objectifs.</a:t>
            </a:r>
            <a:endParaRPr lang="en-US" sz="479" dirty="0"/>
          </a:p>
        </p:txBody>
      </p:sp>
      <p:sp>
        <p:nvSpPr>
          <p:cNvPr id="22" name="Text 11"/>
          <p:cNvSpPr/>
          <p:nvPr/>
        </p:nvSpPr>
        <p:spPr>
          <a:xfrm>
            <a:off x="3709988" y="4491038"/>
            <a:ext cx="828675" cy="257175"/>
          </a:xfrm>
          <a:prstGeom prst="rect">
            <a:avLst/>
          </a:prstGeom>
          <a:noFill/>
          <a:ln/>
        </p:spPr>
        <p:txBody>
          <a:bodyPr wrap="square" lIns="0" tIns="0" rIns="0" bIns="0" rtlCol="0" anchor="t"/>
          <a:lstStyle/>
          <a:p>
            <a:pPr algn="l" indent="0" marL="0">
              <a:lnSpc>
                <a:spcPts val="654"/>
              </a:lnSpc>
              <a:buNone/>
            </a:pPr>
            <a:r>
              <a:rPr lang="en-US" sz="479" dirty="0">
                <a:solidFill>
                  <a:srgbClr val="0B162A">
                    <a:alpha val="99000"/>
                  </a:srgbClr>
                </a:solidFill>
                <a:latin typeface="Manrope" pitchFamily="34" charset="0"/>
                <a:ea typeface="Manrope" pitchFamily="34" charset="-122"/>
                <a:cs typeface="Manrope" pitchFamily="34" charset="-120"/>
              </a:rPr>
              <a:t>Des engagements tenus, un support réactif et un accompagnement durable.</a:t>
            </a:r>
            <a:endParaRPr lang="en-US" sz="479" dirty="0"/>
          </a:p>
        </p:txBody>
      </p:sp>
      <p:sp>
        <p:nvSpPr>
          <p:cNvPr id="23" name="Text 12"/>
          <p:cNvSpPr/>
          <p:nvPr/>
        </p:nvSpPr>
        <p:spPr>
          <a:xfrm>
            <a:off x="5005388" y="4491038"/>
            <a:ext cx="828675" cy="342900"/>
          </a:xfrm>
          <a:prstGeom prst="rect">
            <a:avLst/>
          </a:prstGeom>
          <a:noFill/>
          <a:ln/>
        </p:spPr>
        <p:txBody>
          <a:bodyPr wrap="square" lIns="0" tIns="0" rIns="0" bIns="0" rtlCol="0" anchor="t"/>
          <a:lstStyle/>
          <a:p>
            <a:pPr algn="l" indent="0" marL="0">
              <a:lnSpc>
                <a:spcPts val="654"/>
              </a:lnSpc>
              <a:buNone/>
            </a:pPr>
            <a:r>
              <a:rPr lang="en-US" sz="479" dirty="0">
                <a:solidFill>
                  <a:srgbClr val="0B162A">
                    <a:alpha val="99000"/>
                  </a:srgbClr>
                </a:solidFill>
                <a:latin typeface="Manrope" pitchFamily="34" charset="0"/>
                <a:ea typeface="Manrope" pitchFamily="34" charset="-122"/>
                <a:cs typeface="Manrope" pitchFamily="34" charset="-120"/>
              </a:rPr>
              <a:t>Des technologies modernes au service de la performance et de votre croissance.</a:t>
            </a:r>
            <a:endParaRPr lang="en-US" sz="479"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5725" y="1376363"/>
            <a:ext cx="2052637" cy="314325"/>
          </a:xfrm>
          <a:prstGeom prst="rect">
            <a:avLst/>
          </a:prstGeom>
          <a:noFill/>
          <a:ln/>
        </p:spPr>
        <p:txBody>
          <a:bodyPr wrap="square" lIns="0" tIns="0" rIns="0" bIns="0" rtlCol="0" anchor="t"/>
          <a:lstStyle/>
          <a:p>
            <a:pPr algn="l" indent="0" marL="0">
              <a:lnSpc>
                <a:spcPts val="2379"/>
              </a:lnSpc>
              <a:buNone/>
            </a:pPr>
            <a:r>
              <a:rPr lang="en-US" sz="1742" b="1" dirty="0">
                <a:solidFill>
                  <a:srgbClr val="0B162A">
                    <a:alpha val="99000"/>
                  </a:srgbClr>
                </a:solidFill>
                <a:latin typeface="Manrope" pitchFamily="34" charset="0"/>
                <a:ea typeface="Manrope" pitchFamily="34" charset="-122"/>
                <a:cs typeface="Manrope" pitchFamily="34" charset="-120"/>
              </a:rPr>
              <a:t>HISTOIRE </a:t>
            </a:r>
            <a:endParaRPr lang="en-US" sz="1742" dirty="0"/>
          </a:p>
          <a:p>
            <a:pPr algn="l" indent="0" marL="0">
              <a:lnSpc>
                <a:spcPts val="2379"/>
              </a:lnSpc>
              <a:buNone/>
            </a:pPr>
            <a:r>
              <a:rPr lang="en-US" sz="1742" b="1" dirty="0">
                <a:solidFill>
                  <a:srgbClr val="1265FF">
                    <a:alpha val="99000"/>
                  </a:srgbClr>
                </a:solidFill>
                <a:latin typeface="Manrope" pitchFamily="34" charset="0"/>
                <a:ea typeface="Manrope" pitchFamily="34" charset="-122"/>
                <a:cs typeface="Manrope" pitchFamily="34" charset="-120"/>
              </a:rPr>
              <a:t>DE MARQUE</a:t>
            </a:r>
            <a:endParaRPr lang="en-US" sz="1742" dirty="0"/>
          </a:p>
        </p:txBody>
      </p:sp>
      <p:pic>
        <p:nvPicPr>
          <p:cNvPr id="3" name="Image 0" descr="preencoded.png">    </p:cNvPr>
          <p:cNvPicPr>
            <a:picLocks noChangeAspect="1"/>
          </p:cNvPicPr>
          <p:nvPr/>
        </p:nvPicPr>
        <p:blipFill>
          <a:blip r:embed="rId1"/>
          <a:srcRect l="0" r="0" t="0" b="0"/>
          <a:stretch/>
        </p:blipFill>
        <p:spPr>
          <a:xfrm>
            <a:off x="19050" y="1062038"/>
            <a:ext cx="2509865" cy="16669"/>
          </a:xfrm>
          <a:prstGeom prst="rect">
            <a:avLst/>
          </a:prstGeom>
        </p:spPr>
      </p:pic>
      <p:pic>
        <p:nvPicPr>
          <p:cNvPr id="4" name="Image 1" descr="preencoded.png">    </p:cNvPr>
          <p:cNvPicPr>
            <a:picLocks noChangeAspect="1"/>
          </p:cNvPicPr>
          <p:nvPr/>
        </p:nvPicPr>
        <p:blipFill>
          <a:blip r:embed="rId2"/>
          <a:srcRect l="0" r="-28571" t="0" b="185"/>
          <a:stretch/>
        </p:blipFill>
        <p:spPr>
          <a:xfrm>
            <a:off x="2514600" y="9525"/>
            <a:ext cx="42863" cy="5134006"/>
          </a:xfrm>
          <a:prstGeom prst="rect">
            <a:avLst/>
          </a:prstGeom>
        </p:spPr>
      </p:pic>
      <p:pic>
        <p:nvPicPr>
          <p:cNvPr id="5" name="Image 2" descr="preencoded.png">    </p:cNvPr>
          <p:cNvPicPr>
            <a:picLocks noChangeAspect="1"/>
          </p:cNvPicPr>
          <p:nvPr/>
        </p:nvPicPr>
        <p:blipFill>
          <a:blip r:embed="rId3"/>
          <a:srcRect l="0" r="0" t="0" b="0"/>
          <a:stretch/>
        </p:blipFill>
        <p:spPr>
          <a:xfrm>
            <a:off x="309563" y="9525"/>
            <a:ext cx="1404938" cy="1052513"/>
          </a:xfrm>
          <a:prstGeom prst="rect">
            <a:avLst/>
          </a:prstGeom>
        </p:spPr>
      </p:pic>
      <p:sp>
        <p:nvSpPr>
          <p:cNvPr id="6" name="Text 1"/>
          <p:cNvSpPr/>
          <p:nvPr/>
        </p:nvSpPr>
        <p:spPr>
          <a:xfrm>
            <a:off x="85725" y="2262188"/>
            <a:ext cx="1976438" cy="162447"/>
          </a:xfrm>
          <a:prstGeom prst="rect">
            <a:avLst/>
          </a:prstGeom>
          <a:noFill/>
          <a:ln/>
        </p:spPr>
        <p:txBody>
          <a:bodyPr wrap="square" lIns="0" tIns="0" rIns="0" bIns="0" rtlCol="0" anchor="t"/>
          <a:lstStyle/>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Notre logo a été choisi pour incarner l’essence d’ALT et la promesse que nous faisons à nos clients.</a:t>
            </a:r>
            <a:endParaRPr lang="en-US" sz="911" dirty="0"/>
          </a:p>
        </p:txBody>
      </p:sp>
      <p:sp>
        <p:nvSpPr>
          <p:cNvPr id="7" name="Text 2"/>
          <p:cNvSpPr/>
          <p:nvPr/>
        </p:nvSpPr>
        <p:spPr>
          <a:xfrm>
            <a:off x="223838" y="4672013"/>
            <a:ext cx="2081212" cy="147638"/>
          </a:xfrm>
          <a:prstGeom prst="rect">
            <a:avLst/>
          </a:prstGeom>
          <a:noFill/>
          <a:ln/>
        </p:spPr>
        <p:txBody>
          <a:bodyPr wrap="square" lIns="0" tIns="0" rIns="0" bIns="0" rtlCol="0" anchor="t"/>
          <a:lstStyle/>
          <a:p>
            <a:pPr algn="l" indent="0" marL="0">
              <a:lnSpc>
                <a:spcPts val="730"/>
              </a:lnSpc>
              <a:buNone/>
            </a:pPr>
            <a:r>
              <a:rPr lang="en-US" sz="534" dirty="0">
                <a:solidFill>
                  <a:srgbClr val="FFFFFF">
                    <a:alpha val="99000"/>
                  </a:srgbClr>
                </a:solidFill>
                <a:latin typeface="Manrope" pitchFamily="34" charset="0"/>
                <a:ea typeface="Manrope" pitchFamily="34" charset="-122"/>
                <a:cs typeface="Manrope" pitchFamily="34" charset="-120"/>
              </a:rPr>
              <a:t>            </a:t>
            </a:r>
            <a:pPr algn="l" indent="0" marL="0">
              <a:lnSpc>
                <a:spcPts val="730"/>
              </a:lnSpc>
              <a:buNone/>
            </a:pPr>
            <a:r>
              <a:rPr lang="en-US" sz="534" dirty="0">
                <a:solidFill>
                  <a:srgbClr val="2E3B46">
                    <a:alpha val="99000"/>
                  </a:srgbClr>
                </a:solidFill>
                <a:latin typeface="Manrope" pitchFamily="34" charset="0"/>
                <a:ea typeface="Manrope" pitchFamily="34" charset="-122"/>
                <a:cs typeface="Manrope" pitchFamily="34" charset="-120"/>
              </a:rPr>
              <a:t>NOTRE IDENTITÉ. NOS VALEURS. </a:t>
            </a:r>
            <a:pPr algn="l" indent="0" marL="0">
              <a:lnSpc>
                <a:spcPts val="730"/>
              </a:lnSpc>
              <a:buNone/>
            </a:pPr>
            <a:r>
              <a:rPr lang="en-US" sz="534" dirty="0">
                <a:solidFill>
                  <a:srgbClr val="005CFF">
                    <a:alpha val="99000"/>
                  </a:srgbClr>
                </a:solidFill>
                <a:latin typeface="Manrope" pitchFamily="34" charset="0"/>
                <a:ea typeface="Manrope" pitchFamily="34" charset="-122"/>
                <a:cs typeface="Manrope" pitchFamily="34" charset="-120"/>
              </a:rPr>
              <a:t>VOTRE CONFIANCE.</a:t>
            </a:r>
            <a:pPr algn="l" indent="0" marL="0">
              <a:lnSpc>
                <a:spcPts val="730"/>
              </a:lnSpc>
              <a:buNone/>
            </a:pPr>
            <a:r>
              <a:rPr lang="en-US" sz="534" dirty="0">
                <a:solidFill>
                  <a:srgbClr val="0B162A">
                    <a:alpha val="99000"/>
                  </a:srgbClr>
                </a:solidFill>
                <a:latin typeface="Manrope" pitchFamily="34" charset="0"/>
                <a:ea typeface="Manrope" pitchFamily="34" charset="-122"/>
                <a:cs typeface="Manrope" pitchFamily="34" charset="-120"/>
              </a:rPr>
              <a:t> </a:t>
            </a:r>
            <a:pPr algn="l" indent="0" marL="0">
              <a:lnSpc>
                <a:spcPts val="730"/>
              </a:lnSpc>
              <a:buNone/>
            </a:pPr>
            <a:r>
              <a:rPr lang="en-US" sz="534" dirty="0">
                <a:solidFill>
                  <a:srgbClr val="FFFFFF">
                    <a:alpha val="99000"/>
                  </a:srgbClr>
                </a:solidFill>
                <a:latin typeface="Manrope" pitchFamily="34" charset="0"/>
                <a:ea typeface="Manrope" pitchFamily="34" charset="-122"/>
                <a:cs typeface="Manrope" pitchFamily="34" charset="-120"/>
              </a:rPr>
              <a:t>solutions simples et transparentes, centrées sur vos objectifs.</a:t>
            </a:r>
            <a:endParaRPr lang="en-US" sz="534" dirty="0"/>
          </a:p>
        </p:txBody>
      </p:sp>
      <p:pic>
        <p:nvPicPr>
          <p:cNvPr id="8" name="Image 3" descr="preencoded.png">    </p:cNvPr>
          <p:cNvPicPr>
            <a:picLocks noChangeAspect="1"/>
          </p:cNvPicPr>
          <p:nvPr/>
        </p:nvPicPr>
        <p:blipFill>
          <a:blip r:embed="rId4"/>
          <a:srcRect l="0" r="0" t="0" b="0"/>
          <a:stretch/>
        </p:blipFill>
        <p:spPr>
          <a:xfrm>
            <a:off x="90488" y="4614863"/>
            <a:ext cx="233362" cy="233362"/>
          </a:xfrm>
          <a:prstGeom prst="rect">
            <a:avLst/>
          </a:prstGeom>
        </p:spPr>
      </p:pic>
      <p:sp>
        <p:nvSpPr>
          <p:cNvPr id="9" name="Text 3"/>
          <p:cNvSpPr/>
          <p:nvPr/>
        </p:nvSpPr>
        <p:spPr>
          <a:xfrm>
            <a:off x="7348538" y="4314825"/>
            <a:ext cx="1323975" cy="471488"/>
          </a:xfrm>
          <a:prstGeom prst="rect">
            <a:avLst/>
          </a:prstGeom>
          <a:noFill/>
          <a:ln/>
        </p:spPr>
        <p:txBody>
          <a:bodyPr wrap="square" lIns="0" tIns="0" rIns="0" bIns="0" rtlCol="0" anchor="t"/>
          <a:lstStyle/>
          <a:p>
            <a:pPr algn="r" indent="0" marL="0">
              <a:lnSpc>
                <a:spcPts val="1557"/>
              </a:lnSpc>
              <a:buNone/>
            </a:pPr>
            <a:r>
              <a:rPr lang="en-US" sz="1140" dirty="0">
                <a:solidFill>
                  <a:srgbClr val="0B162A">
                    <a:alpha val="99000"/>
                  </a:srgbClr>
                </a:solidFill>
                <a:latin typeface="Manrope" pitchFamily="34" charset="0"/>
                <a:ea typeface="Manrope" pitchFamily="34" charset="-122"/>
                <a:cs typeface="Manrope" pitchFamily="34" charset="-120"/>
              </a:rPr>
              <a:t>05</a:t>
            </a:r>
            <a:pPr algn="r"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 </a:t>
            </a:r>
            <a:pPr algn="r" indent="0" marL="0">
              <a:lnSpc>
                <a:spcPts val="1557"/>
              </a:lnSpc>
              <a:buNone/>
            </a:pPr>
            <a:r>
              <a:rPr lang="en-US" sz="1140" dirty="0">
                <a:solidFill>
                  <a:srgbClr val="005CFF">
                    <a:alpha val="99000"/>
                  </a:srgbClr>
                </a:solidFill>
                <a:latin typeface="Manrope" pitchFamily="34" charset="0"/>
                <a:ea typeface="Manrope" pitchFamily="34" charset="-122"/>
                <a:cs typeface="Manrope" pitchFamily="34" charset="-120"/>
              </a:rPr>
              <a:t>/</a:t>
            </a:r>
            <a:pPr algn="r"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 </a:t>
            </a:r>
            <a:pPr algn="r" indent="0" marL="0">
              <a:lnSpc>
                <a:spcPts val="1557"/>
              </a:lnSpc>
              <a:buNone/>
            </a:pPr>
            <a:r>
              <a:rPr lang="en-US" sz="1140" dirty="0">
                <a:solidFill>
                  <a:srgbClr val="0B162A">
                    <a:alpha val="99000"/>
                  </a:srgbClr>
                </a:solidFill>
                <a:latin typeface="Manrope" pitchFamily="34" charset="0"/>
                <a:ea typeface="Manrope" pitchFamily="34" charset="-122"/>
                <a:cs typeface="Manrope" pitchFamily="34" charset="-120"/>
              </a:rPr>
              <a:t>22</a:t>
            </a:r>
            <a:endParaRPr lang="en-US" sz="1140" dirty="0"/>
          </a:p>
        </p:txBody>
      </p:sp>
      <p:pic>
        <p:nvPicPr>
          <p:cNvPr id="10" name="Image 4" descr="preencoded.png">    </p:cNvPr>
          <p:cNvPicPr>
            <a:picLocks noChangeAspect="1"/>
          </p:cNvPicPr>
          <p:nvPr/>
        </p:nvPicPr>
        <p:blipFill>
          <a:blip r:embed="rId5"/>
          <a:srcRect l="0" r="0" t="0" b="0"/>
          <a:stretch/>
        </p:blipFill>
        <p:spPr>
          <a:xfrm>
            <a:off x="90488" y="2090738"/>
            <a:ext cx="492919" cy="38100"/>
          </a:xfrm>
          <a:prstGeom prst="rect">
            <a:avLst/>
          </a:prstGeom>
        </p:spPr>
      </p:pic>
      <p:sp>
        <p:nvSpPr>
          <p:cNvPr id="11" name="Text 4"/>
          <p:cNvSpPr/>
          <p:nvPr/>
        </p:nvSpPr>
        <p:spPr>
          <a:xfrm>
            <a:off x="3062288" y="3443288"/>
            <a:ext cx="647700" cy="161925"/>
          </a:xfrm>
          <a:prstGeom prst="rect">
            <a:avLst/>
          </a:prstGeom>
          <a:noFill/>
          <a:ln/>
        </p:spPr>
        <p:txBody>
          <a:bodyPr wrap="square" lIns="0" tIns="0" rIns="0" bIns="0" rtlCol="0" anchor="t"/>
          <a:lstStyle/>
          <a:p>
            <a:pPr algn="l" indent="0" marL="0">
              <a:lnSpc>
                <a:spcPts val="1245"/>
              </a:lnSpc>
              <a:buNone/>
            </a:pPr>
            <a:r>
              <a:rPr lang="en-US" sz="911" b="1" dirty="0">
                <a:solidFill>
                  <a:srgbClr val="1265FF">
                    <a:alpha val="99000"/>
                  </a:srgbClr>
                </a:solidFill>
                <a:latin typeface="Manrope" pitchFamily="34" charset="0"/>
                <a:ea typeface="Manrope" pitchFamily="34" charset="-122"/>
                <a:cs typeface="Manrope" pitchFamily="34" charset="-120"/>
              </a:rPr>
              <a:t>Structure</a:t>
            </a:r>
            <a:endParaRPr lang="en-US" sz="911" dirty="0"/>
          </a:p>
        </p:txBody>
      </p:sp>
      <p:pic>
        <p:nvPicPr>
          <p:cNvPr id="12" name="Image 5" descr="preencoded.png">    </p:cNvPr>
          <p:cNvPicPr>
            <a:picLocks noChangeAspect="1"/>
          </p:cNvPicPr>
          <p:nvPr/>
        </p:nvPicPr>
        <p:blipFill>
          <a:blip r:embed="rId6"/>
          <a:srcRect l="0" r="0" t="0" b="0"/>
          <a:stretch/>
        </p:blipFill>
        <p:spPr>
          <a:xfrm>
            <a:off x="3124200" y="2890838"/>
            <a:ext cx="519113" cy="519113"/>
          </a:xfrm>
          <a:prstGeom prst="rect">
            <a:avLst/>
          </a:prstGeom>
        </p:spPr>
      </p:pic>
      <p:sp>
        <p:nvSpPr>
          <p:cNvPr id="13" name="Text 5"/>
          <p:cNvSpPr/>
          <p:nvPr/>
        </p:nvSpPr>
        <p:spPr>
          <a:xfrm>
            <a:off x="3000375" y="3657600"/>
            <a:ext cx="828675" cy="257175"/>
          </a:xfrm>
          <a:prstGeom prst="rect">
            <a:avLst/>
          </a:prstGeom>
          <a:noFill/>
          <a:ln/>
        </p:spPr>
        <p:txBody>
          <a:bodyPr wrap="square" lIns="0" tIns="0" rIns="0" bIns="0" rtlCol="0" anchor="t"/>
          <a:lstStyle/>
          <a:p>
            <a:pPr algn="l" indent="0" marL="0">
              <a:lnSpc>
                <a:spcPts val="654"/>
              </a:lnSpc>
              <a:buNone/>
            </a:pPr>
            <a:r>
              <a:rPr lang="en-US" sz="479" dirty="0">
                <a:solidFill>
                  <a:srgbClr val="0B162A">
                    <a:alpha val="99000"/>
                  </a:srgbClr>
                </a:solidFill>
                <a:latin typeface="Manrope" pitchFamily="34" charset="0"/>
                <a:ea typeface="Manrope" pitchFamily="34" charset="-122"/>
                <a:cs typeface="Manrope" pitchFamily="34" charset="-120"/>
              </a:rPr>
              <a:t>Des solutions simples et transparentes, centrées sur vos objectifs.</a:t>
            </a:r>
            <a:endParaRPr lang="en-US" sz="479" dirty="0"/>
          </a:p>
        </p:txBody>
      </p:sp>
      <p:sp>
        <p:nvSpPr>
          <p:cNvPr id="14" name="Text 6"/>
          <p:cNvSpPr/>
          <p:nvPr/>
        </p:nvSpPr>
        <p:spPr>
          <a:xfrm>
            <a:off x="4714875" y="3671888"/>
            <a:ext cx="828675" cy="257175"/>
          </a:xfrm>
          <a:prstGeom prst="rect">
            <a:avLst/>
          </a:prstGeom>
          <a:noFill/>
          <a:ln/>
        </p:spPr>
        <p:txBody>
          <a:bodyPr wrap="square" lIns="0" tIns="0" rIns="0" bIns="0" rtlCol="0" anchor="t"/>
          <a:lstStyle/>
          <a:p>
            <a:pPr algn="l" indent="0" marL="0">
              <a:lnSpc>
                <a:spcPts val="654"/>
              </a:lnSpc>
              <a:buNone/>
            </a:pPr>
            <a:r>
              <a:rPr lang="en-US" sz="479" dirty="0">
                <a:solidFill>
                  <a:srgbClr val="0B162A">
                    <a:alpha val="99000"/>
                  </a:srgbClr>
                </a:solidFill>
                <a:latin typeface="Manrope" pitchFamily="34" charset="0"/>
                <a:ea typeface="Manrope" pitchFamily="34" charset="-122"/>
                <a:cs typeface="Manrope" pitchFamily="34" charset="-120"/>
              </a:rPr>
              <a:t>Des engagements tenus, un support réactif et un accompagnement durable.</a:t>
            </a:r>
            <a:endParaRPr lang="en-US" sz="479" dirty="0"/>
          </a:p>
        </p:txBody>
      </p:sp>
      <p:sp>
        <p:nvSpPr>
          <p:cNvPr id="15" name="Text 7"/>
          <p:cNvSpPr/>
          <p:nvPr/>
        </p:nvSpPr>
        <p:spPr>
          <a:xfrm>
            <a:off x="6429375" y="3629025"/>
            <a:ext cx="828675" cy="342900"/>
          </a:xfrm>
          <a:prstGeom prst="rect">
            <a:avLst/>
          </a:prstGeom>
          <a:noFill/>
          <a:ln/>
        </p:spPr>
        <p:txBody>
          <a:bodyPr wrap="square" lIns="0" tIns="0" rIns="0" bIns="0" rtlCol="0" anchor="t"/>
          <a:lstStyle/>
          <a:p>
            <a:pPr algn="l" indent="0" marL="0">
              <a:lnSpc>
                <a:spcPts val="654"/>
              </a:lnSpc>
              <a:buNone/>
            </a:pPr>
            <a:r>
              <a:rPr lang="en-US" sz="479" dirty="0">
                <a:solidFill>
                  <a:srgbClr val="0B162A">
                    <a:alpha val="99000"/>
                  </a:srgbClr>
                </a:solidFill>
                <a:latin typeface="Manrope" pitchFamily="34" charset="0"/>
                <a:ea typeface="Manrope" pitchFamily="34" charset="-122"/>
                <a:cs typeface="Manrope" pitchFamily="34" charset="-120"/>
              </a:rPr>
              <a:t>Des technologies modernes au service de la performance et de votre croissance.</a:t>
            </a:r>
            <a:endParaRPr lang="en-US" sz="479" dirty="0"/>
          </a:p>
        </p:txBody>
      </p:sp>
      <p:pic>
        <p:nvPicPr>
          <p:cNvPr id="16" name="Image 6" descr="preencoded.png">    </p:cNvPr>
          <p:cNvPicPr>
            <a:picLocks noChangeAspect="1"/>
          </p:cNvPicPr>
          <p:nvPr/>
        </p:nvPicPr>
        <p:blipFill>
          <a:blip r:embed="rId7"/>
          <a:srcRect l="0" r="0" t="0" b="0"/>
          <a:stretch/>
        </p:blipFill>
        <p:spPr>
          <a:xfrm>
            <a:off x="104775" y="3071813"/>
            <a:ext cx="85725" cy="104775"/>
          </a:xfrm>
          <a:prstGeom prst="rect">
            <a:avLst/>
          </a:prstGeom>
        </p:spPr>
      </p:pic>
      <p:sp>
        <p:nvSpPr>
          <p:cNvPr id="17" name="Text 8"/>
          <p:cNvSpPr/>
          <p:nvPr/>
        </p:nvSpPr>
        <p:spPr>
          <a:xfrm>
            <a:off x="223838" y="3071813"/>
            <a:ext cx="1976438" cy="162447"/>
          </a:xfrm>
          <a:prstGeom prst="rect">
            <a:avLst/>
          </a:prstGeom>
          <a:noFill/>
          <a:ln/>
        </p:spPr>
        <p:txBody>
          <a:bodyPr wrap="square" lIns="0" tIns="0" rIns="0" bIns="0" rtlCol="0" anchor="t"/>
          <a:lstStyle/>
          <a:p>
            <a:pPr algn="l" indent="0" marL="0">
              <a:lnSpc>
                <a:spcPts val="730"/>
              </a:lnSpc>
              <a:buNone/>
            </a:pPr>
            <a:r>
              <a:rPr lang="en-US" sz="534" dirty="0">
                <a:solidFill>
                  <a:srgbClr val="0B162A">
                    <a:alpha val="99000"/>
                  </a:srgbClr>
                </a:solidFill>
                <a:latin typeface="Manrope" pitchFamily="34" charset="0"/>
                <a:ea typeface="Manrope" pitchFamily="34" charset="-122"/>
                <a:cs typeface="Manrope" pitchFamily="34" charset="-120"/>
              </a:rPr>
              <a:t>Ce le symbole évoque un « </a:t>
            </a:r>
            <a:pPr algn="l" indent="0" marL="0">
              <a:lnSpc>
                <a:spcPts val="730"/>
              </a:lnSpc>
              <a:buNone/>
            </a:pPr>
            <a:r>
              <a:rPr lang="en-US" sz="534" dirty="0">
                <a:solidFill>
                  <a:srgbClr val="1265FF">
                    <a:alpha val="99000"/>
                  </a:srgbClr>
                </a:solidFill>
                <a:latin typeface="Manrope" pitchFamily="34" charset="0"/>
                <a:ea typeface="Manrope" pitchFamily="34" charset="-122"/>
                <a:cs typeface="Manrope" pitchFamily="34" charset="-120"/>
              </a:rPr>
              <a:t>A</a:t>
            </a:r>
            <a:pPr algn="l" indent="0" marL="0">
              <a:lnSpc>
                <a:spcPts val="730"/>
              </a:lnSpc>
              <a:buNone/>
            </a:pPr>
            <a:r>
              <a:rPr lang="en-US" sz="534" dirty="0">
                <a:solidFill>
                  <a:srgbClr val="0B162A">
                    <a:alpha val="99000"/>
                  </a:srgbClr>
                </a:solidFill>
                <a:latin typeface="Manrope" pitchFamily="34" charset="0"/>
                <a:ea typeface="Manrope" pitchFamily="34" charset="-122"/>
                <a:cs typeface="Manrope" pitchFamily="34" charset="-120"/>
              </a:rPr>
              <a:t> » stylisé construit à partir de formes géométriques.</a:t>
            </a:r>
            <a:endParaRPr lang="en-US" sz="534" dirty="0"/>
          </a:p>
        </p:txBody>
      </p:sp>
      <p:sp>
        <p:nvSpPr>
          <p:cNvPr id="18" name="Text 9"/>
          <p:cNvSpPr/>
          <p:nvPr/>
        </p:nvSpPr>
        <p:spPr>
          <a:xfrm>
            <a:off x="223838" y="3309938"/>
            <a:ext cx="1976438" cy="162447"/>
          </a:xfrm>
          <a:prstGeom prst="rect">
            <a:avLst/>
          </a:prstGeom>
          <a:noFill/>
          <a:ln/>
        </p:spPr>
        <p:txBody>
          <a:bodyPr wrap="square" lIns="0" tIns="0" rIns="0" bIns="0" rtlCol="0" anchor="t"/>
          <a:lstStyle/>
          <a:p>
            <a:pPr algn="l" indent="0" marL="0">
              <a:lnSpc>
                <a:spcPts val="730"/>
              </a:lnSpc>
              <a:buNone/>
            </a:pPr>
            <a:r>
              <a:rPr lang="en-US" sz="534" dirty="0">
                <a:solidFill>
                  <a:srgbClr val="0B162A">
                    <a:alpha val="99000"/>
                  </a:srgbClr>
                </a:solidFill>
                <a:latin typeface="Manrope" pitchFamily="34" charset="0"/>
                <a:ea typeface="Manrope" pitchFamily="34" charset="-122"/>
                <a:cs typeface="Manrope" pitchFamily="34" charset="-120"/>
              </a:rPr>
              <a:t>Il incarne la solidité, la précision, la valeur et la construction.</a:t>
            </a:r>
            <a:endParaRPr lang="en-US" sz="534" dirty="0"/>
          </a:p>
        </p:txBody>
      </p:sp>
      <p:pic>
        <p:nvPicPr>
          <p:cNvPr id="19" name="Image 7" descr="preencoded.png">    </p:cNvPr>
          <p:cNvPicPr>
            <a:picLocks noChangeAspect="1"/>
          </p:cNvPicPr>
          <p:nvPr/>
        </p:nvPicPr>
        <p:blipFill>
          <a:blip r:embed="rId8"/>
          <a:srcRect l="0" r="0" t="0" b="0"/>
          <a:stretch/>
        </p:blipFill>
        <p:spPr>
          <a:xfrm>
            <a:off x="104775" y="3333750"/>
            <a:ext cx="85725" cy="104775"/>
          </a:xfrm>
          <a:prstGeom prst="rect">
            <a:avLst/>
          </a:prstGeom>
        </p:spPr>
      </p:pic>
      <p:pic>
        <p:nvPicPr>
          <p:cNvPr id="20" name="Image 8" descr="preencoded.png">    </p:cNvPr>
          <p:cNvPicPr>
            <a:picLocks noChangeAspect="1"/>
          </p:cNvPicPr>
          <p:nvPr/>
        </p:nvPicPr>
        <p:blipFill>
          <a:blip r:embed="rId9"/>
          <a:srcRect l="0" r="0" t="0" b="0"/>
          <a:stretch/>
        </p:blipFill>
        <p:spPr>
          <a:xfrm>
            <a:off x="104775" y="3595688"/>
            <a:ext cx="85725" cy="104775"/>
          </a:xfrm>
          <a:prstGeom prst="rect">
            <a:avLst/>
          </a:prstGeom>
        </p:spPr>
      </p:pic>
      <p:sp>
        <p:nvSpPr>
          <p:cNvPr id="21" name="Text 10"/>
          <p:cNvSpPr/>
          <p:nvPr/>
        </p:nvSpPr>
        <p:spPr>
          <a:xfrm>
            <a:off x="223838" y="3548063"/>
            <a:ext cx="1976438" cy="162447"/>
          </a:xfrm>
          <a:prstGeom prst="rect">
            <a:avLst/>
          </a:prstGeom>
          <a:noFill/>
          <a:ln/>
        </p:spPr>
        <p:txBody>
          <a:bodyPr wrap="square" lIns="0" tIns="0" rIns="0" bIns="0" rtlCol="0" anchor="t"/>
          <a:lstStyle/>
          <a:p>
            <a:pPr algn="l" indent="0" marL="0">
              <a:lnSpc>
                <a:spcPts val="730"/>
              </a:lnSpc>
              <a:buNone/>
            </a:pPr>
            <a:r>
              <a:rPr lang="en-US" sz="534" dirty="0">
                <a:solidFill>
                  <a:srgbClr val="0B162A">
                    <a:alpha val="99000"/>
                  </a:srgbClr>
                </a:solidFill>
                <a:latin typeface="Manrope" pitchFamily="34" charset="0"/>
                <a:ea typeface="Manrope" pitchFamily="34" charset="-122"/>
                <a:cs typeface="Manrope" pitchFamily="34" charset="-120"/>
              </a:rPr>
              <a:t>Pour ALT, il représente une agence qui conçoit des sites webs solides, fiables  et bien structurés.</a:t>
            </a:r>
            <a:endParaRPr lang="en-US" sz="534" dirty="0"/>
          </a:p>
        </p:txBody>
      </p:sp>
      <p:sp>
        <p:nvSpPr>
          <p:cNvPr id="22" name="Text 11"/>
          <p:cNvSpPr/>
          <p:nvPr/>
        </p:nvSpPr>
        <p:spPr>
          <a:xfrm>
            <a:off x="223838" y="3786188"/>
            <a:ext cx="1976438" cy="162447"/>
          </a:xfrm>
          <a:prstGeom prst="rect">
            <a:avLst/>
          </a:prstGeom>
          <a:noFill/>
          <a:ln/>
        </p:spPr>
        <p:txBody>
          <a:bodyPr wrap="square" lIns="0" tIns="0" rIns="0" bIns="0" rtlCol="0" anchor="t"/>
          <a:lstStyle/>
          <a:p>
            <a:pPr algn="l" indent="0" marL="0">
              <a:lnSpc>
                <a:spcPts val="730"/>
              </a:lnSpc>
              <a:buNone/>
            </a:pPr>
            <a:r>
              <a:rPr lang="en-US" sz="534" dirty="0">
                <a:solidFill>
                  <a:srgbClr val="0B162A">
                    <a:alpha val="99000"/>
                  </a:srgbClr>
                </a:solidFill>
                <a:latin typeface="Manrope" pitchFamily="34" charset="0"/>
                <a:ea typeface="Manrope" pitchFamily="34" charset="-122"/>
                <a:cs typeface="Manrope" pitchFamily="34" charset="-120"/>
              </a:rPr>
              <a:t>Pour les PME, il reflète un partenaire sérieux qui bâtit une présence digitale durable.</a:t>
            </a:r>
            <a:endParaRPr lang="en-US" sz="534" dirty="0"/>
          </a:p>
        </p:txBody>
      </p:sp>
      <p:pic>
        <p:nvPicPr>
          <p:cNvPr id="23" name="Image 9" descr="preencoded.png">    </p:cNvPr>
          <p:cNvPicPr>
            <a:picLocks noChangeAspect="1"/>
          </p:cNvPicPr>
          <p:nvPr/>
        </p:nvPicPr>
        <p:blipFill>
          <a:blip r:embed="rId10"/>
          <a:srcRect l="0" r="0" t="0" b="0"/>
          <a:stretch/>
        </p:blipFill>
        <p:spPr>
          <a:xfrm>
            <a:off x="104775" y="3843338"/>
            <a:ext cx="85725" cy="104775"/>
          </a:xfrm>
          <a:prstGeom prst="rect">
            <a:avLst/>
          </a:prstGeom>
        </p:spPr>
      </p:pic>
      <p:pic>
        <p:nvPicPr>
          <p:cNvPr id="24" name="Image 10" descr="preencoded.png">    </p:cNvPr>
          <p:cNvPicPr>
            <a:picLocks noChangeAspect="1"/>
          </p:cNvPicPr>
          <p:nvPr/>
        </p:nvPicPr>
        <p:blipFill>
          <a:blip r:embed="rId11"/>
          <a:srcRect l="0" r="0" t="0" b="12754"/>
          <a:stretch/>
        </p:blipFill>
        <p:spPr>
          <a:xfrm>
            <a:off x="3000375" y="-419100"/>
            <a:ext cx="4391025" cy="2867025"/>
          </a:xfrm>
          <a:prstGeom prst="rect">
            <a:avLst/>
          </a:prstGeom>
        </p:spPr>
      </p:pic>
      <p:pic>
        <p:nvPicPr>
          <p:cNvPr id="25" name="Image 11" descr="preencoded.png">    </p:cNvPr>
          <p:cNvPicPr>
            <a:picLocks noChangeAspect="1"/>
          </p:cNvPicPr>
          <p:nvPr/>
        </p:nvPicPr>
        <p:blipFill>
          <a:blip r:embed="rId12"/>
          <a:srcRect l="0" r="0" t="0" b="0"/>
          <a:stretch/>
        </p:blipFill>
        <p:spPr>
          <a:xfrm>
            <a:off x="4224338" y="2724150"/>
            <a:ext cx="9525" cy="1014413"/>
          </a:xfrm>
          <a:prstGeom prst="rect">
            <a:avLst/>
          </a:prstGeom>
        </p:spPr>
      </p:pic>
      <p:pic>
        <p:nvPicPr>
          <p:cNvPr id="26" name="Image 12" descr="preencoded.png">    </p:cNvPr>
          <p:cNvPicPr>
            <a:picLocks noChangeAspect="1"/>
          </p:cNvPicPr>
          <p:nvPr/>
        </p:nvPicPr>
        <p:blipFill>
          <a:blip r:embed="rId13"/>
          <a:srcRect l="0" r="0" t="0" b="0"/>
          <a:stretch/>
        </p:blipFill>
        <p:spPr>
          <a:xfrm>
            <a:off x="5986463" y="2724150"/>
            <a:ext cx="9525" cy="1014413"/>
          </a:xfrm>
          <a:prstGeom prst="rect">
            <a:avLst/>
          </a:prstGeom>
        </p:spPr>
      </p:pic>
      <p:sp>
        <p:nvSpPr>
          <p:cNvPr id="27" name="Text 12"/>
          <p:cNvSpPr/>
          <p:nvPr/>
        </p:nvSpPr>
        <p:spPr>
          <a:xfrm>
            <a:off x="4781550" y="3438525"/>
            <a:ext cx="647700" cy="161925"/>
          </a:xfrm>
          <a:prstGeom prst="rect">
            <a:avLst/>
          </a:prstGeom>
          <a:noFill/>
          <a:ln/>
        </p:spPr>
        <p:txBody>
          <a:bodyPr wrap="square" lIns="0" tIns="0" rIns="0" bIns="0" rtlCol="0" anchor="t"/>
          <a:lstStyle/>
          <a:p>
            <a:pPr algn="l" indent="0" marL="0">
              <a:lnSpc>
                <a:spcPts val="1245"/>
              </a:lnSpc>
              <a:buNone/>
            </a:pPr>
            <a:r>
              <a:rPr lang="en-US" sz="911" b="1" dirty="0">
                <a:solidFill>
                  <a:srgbClr val="1265FF">
                    <a:alpha val="99000"/>
                  </a:srgbClr>
                </a:solidFill>
                <a:latin typeface="Manrope" pitchFamily="34" charset="0"/>
                <a:ea typeface="Manrope" pitchFamily="34" charset="-122"/>
                <a:cs typeface="Manrope" pitchFamily="34" charset="-120"/>
              </a:rPr>
              <a:t>Structure</a:t>
            </a:r>
            <a:endParaRPr lang="en-US" sz="911" dirty="0"/>
          </a:p>
        </p:txBody>
      </p:sp>
      <p:sp>
        <p:nvSpPr>
          <p:cNvPr id="28" name="Text 13"/>
          <p:cNvSpPr/>
          <p:nvPr/>
        </p:nvSpPr>
        <p:spPr>
          <a:xfrm>
            <a:off x="6500813" y="3433763"/>
            <a:ext cx="647700" cy="161925"/>
          </a:xfrm>
          <a:prstGeom prst="rect">
            <a:avLst/>
          </a:prstGeom>
          <a:noFill/>
          <a:ln/>
        </p:spPr>
        <p:txBody>
          <a:bodyPr wrap="square" lIns="0" tIns="0" rIns="0" bIns="0" rtlCol="0" anchor="t"/>
          <a:lstStyle/>
          <a:p>
            <a:pPr algn="l" indent="0" marL="0">
              <a:lnSpc>
                <a:spcPts val="1245"/>
              </a:lnSpc>
              <a:buNone/>
            </a:pPr>
            <a:r>
              <a:rPr lang="en-US" sz="911" b="1" dirty="0">
                <a:solidFill>
                  <a:srgbClr val="1265FF">
                    <a:alpha val="99000"/>
                  </a:srgbClr>
                </a:solidFill>
                <a:latin typeface="Manrope" pitchFamily="34" charset="0"/>
                <a:ea typeface="Manrope" pitchFamily="34" charset="-122"/>
                <a:cs typeface="Manrope" pitchFamily="34" charset="-120"/>
              </a:rPr>
              <a:t>Structure</a:t>
            </a:r>
            <a:endParaRPr lang="en-US" sz="911" dirty="0"/>
          </a:p>
        </p:txBody>
      </p:sp>
      <p:pic>
        <p:nvPicPr>
          <p:cNvPr id="29" name="Image 13" descr="preencoded.png">    </p:cNvPr>
          <p:cNvPicPr>
            <a:picLocks noChangeAspect="1"/>
          </p:cNvPicPr>
          <p:nvPr/>
        </p:nvPicPr>
        <p:blipFill>
          <a:blip r:embed="rId14"/>
          <a:srcRect l="0" r="0" t="0" b="0"/>
          <a:stretch/>
        </p:blipFill>
        <p:spPr>
          <a:xfrm>
            <a:off x="4824413" y="2890838"/>
            <a:ext cx="519113" cy="519113"/>
          </a:xfrm>
          <a:prstGeom prst="rect">
            <a:avLst/>
          </a:prstGeom>
        </p:spPr>
      </p:pic>
      <p:pic>
        <p:nvPicPr>
          <p:cNvPr id="30" name="Image 14" descr="preencoded.png">    </p:cNvPr>
          <p:cNvPicPr>
            <a:picLocks noChangeAspect="1"/>
          </p:cNvPicPr>
          <p:nvPr/>
        </p:nvPicPr>
        <p:blipFill>
          <a:blip r:embed="rId15"/>
          <a:srcRect l="0" r="0" t="0" b="0"/>
          <a:stretch/>
        </p:blipFill>
        <p:spPr>
          <a:xfrm>
            <a:off x="6562725" y="2890838"/>
            <a:ext cx="519113" cy="519113"/>
          </a:xfrm>
          <a:prstGeom prst="rect">
            <a:avLst/>
          </a:prstGeom>
        </p:spPr>
      </p:pic>
      <p:pic>
        <p:nvPicPr>
          <p:cNvPr id="31" name="Image 15" descr="preencoded.png">    </p:cNvPr>
          <p:cNvPicPr>
            <a:picLocks noChangeAspect="1"/>
          </p:cNvPicPr>
          <p:nvPr/>
        </p:nvPicPr>
        <p:blipFill>
          <a:blip r:embed="rId16"/>
          <a:srcRect l="0" r="0" t="0" b="0"/>
          <a:stretch/>
        </p:blipFill>
        <p:spPr>
          <a:xfrm>
            <a:off x="6605588" y="2914650"/>
            <a:ext cx="437894" cy="437894"/>
          </a:xfrm>
          <a:prstGeom prst="rect">
            <a:avLst/>
          </a:prstGeom>
        </p:spPr>
      </p:pic>
      <p:pic>
        <p:nvPicPr>
          <p:cNvPr id="32" name="Image 16" descr="preencoded.png">    </p:cNvPr>
          <p:cNvPicPr>
            <a:picLocks noChangeAspect="1"/>
          </p:cNvPicPr>
          <p:nvPr/>
        </p:nvPicPr>
        <p:blipFill>
          <a:blip r:embed="rId17"/>
          <a:srcRect l="0" r="0" t="0" b="0"/>
          <a:stretch/>
        </p:blipFill>
        <p:spPr>
          <a:xfrm>
            <a:off x="4957763" y="3024188"/>
            <a:ext cx="257175" cy="257175"/>
          </a:xfrm>
          <a:prstGeom prst="rect">
            <a:avLst/>
          </a:prstGeom>
        </p:spPr>
      </p:pic>
      <p:pic>
        <p:nvPicPr>
          <p:cNvPr id="33" name="Image 17" descr="preencoded.png">    </p:cNvPr>
          <p:cNvPicPr>
            <a:picLocks noChangeAspect="1"/>
          </p:cNvPicPr>
          <p:nvPr/>
        </p:nvPicPr>
        <p:blipFill>
          <a:blip r:embed="rId18"/>
          <a:srcRect l="0" r="0" t="0" b="0"/>
          <a:stretch/>
        </p:blipFill>
        <p:spPr>
          <a:xfrm>
            <a:off x="3224213" y="2990850"/>
            <a:ext cx="323850" cy="323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182" t="0" b="0"/>
          <a:stretch/>
        </p:blipFill>
        <p:spPr>
          <a:xfrm>
            <a:off x="-16669" y="0"/>
            <a:ext cx="9144000" cy="5143500"/>
          </a:xfrm>
          <a:prstGeom prst="rect">
            <a:avLst/>
          </a:prstGeom>
        </p:spPr>
      </p:pic>
      <p:sp>
        <p:nvSpPr>
          <p:cNvPr id="3" name="Text 0"/>
          <p:cNvSpPr/>
          <p:nvPr/>
        </p:nvSpPr>
        <p:spPr>
          <a:xfrm>
            <a:off x="261937" y="3619500"/>
            <a:ext cx="4700588" cy="233362"/>
          </a:xfrm>
          <a:prstGeom prst="rect">
            <a:avLst/>
          </a:prstGeom>
          <a:noFill/>
          <a:ln/>
        </p:spPr>
        <p:txBody>
          <a:bodyPr wrap="square" lIns="0" tIns="0" rIns="0" bIns="0" rtlCol="0" anchor="t"/>
          <a:lstStyle/>
          <a:p>
            <a:pPr algn="l" indent="0" marL="0">
              <a:lnSpc>
                <a:spcPts val="1766"/>
              </a:lnSpc>
              <a:buNone/>
            </a:pPr>
            <a:r>
              <a:rPr lang="en-US" sz="1293" dirty="0">
                <a:solidFill>
                  <a:srgbClr val="C6CDD3">
                    <a:alpha val="99000"/>
                  </a:srgbClr>
                </a:solidFill>
                <a:latin typeface="Manrope" pitchFamily="34" charset="0"/>
                <a:ea typeface="Manrope" pitchFamily="34" charset="-122"/>
                <a:cs typeface="Manrope" pitchFamily="34" charset="-120"/>
              </a:rPr>
              <a:t>Système de logo, structure et déclinaisons</a:t>
            </a:r>
            <a:endParaRPr lang="en-US" sz="1293" dirty="0"/>
          </a:p>
        </p:txBody>
      </p:sp>
      <p:sp>
        <p:nvSpPr>
          <p:cNvPr id="4" name="Text 1"/>
          <p:cNvSpPr/>
          <p:nvPr/>
        </p:nvSpPr>
        <p:spPr>
          <a:xfrm>
            <a:off x="261937" y="1595438"/>
            <a:ext cx="8837084" cy="1590675"/>
          </a:xfrm>
          <a:prstGeom prst="rect">
            <a:avLst/>
          </a:prstGeom>
          <a:noFill/>
          <a:ln/>
        </p:spPr>
        <p:txBody>
          <a:bodyPr wrap="square" lIns="0" tIns="0" rIns="0" bIns="0" rtlCol="0" anchor="t"/>
          <a:lstStyle/>
          <a:p>
            <a:pPr algn="l" indent="0" marL="0">
              <a:lnSpc>
                <a:spcPts val="12040"/>
              </a:lnSpc>
              <a:buNone/>
            </a:pPr>
            <a:r>
              <a:rPr lang="en-US" sz="8814" b="1" dirty="0">
                <a:solidFill>
                  <a:srgbClr val="FFFFFF">
                    <a:alpha val="99000"/>
                  </a:srgbClr>
                </a:solidFill>
                <a:latin typeface="Manrope" pitchFamily="34" charset="0"/>
                <a:ea typeface="Manrope" pitchFamily="34" charset="-122"/>
                <a:cs typeface="Manrope" pitchFamily="34" charset="-120"/>
              </a:rPr>
              <a:t>Logo</a:t>
            </a:r>
            <a:endParaRPr lang="en-US" sz="8814" dirty="0"/>
          </a:p>
        </p:txBody>
      </p:sp>
      <p:pic>
        <p:nvPicPr>
          <p:cNvPr id="5" name="Image 1" descr="preencoded.png">    </p:cNvPr>
          <p:cNvPicPr>
            <a:picLocks noChangeAspect="1"/>
          </p:cNvPicPr>
          <p:nvPr/>
        </p:nvPicPr>
        <p:blipFill>
          <a:blip r:embed="rId2"/>
          <a:srcRect l="0" r="0" t="0" b="0"/>
          <a:stretch/>
        </p:blipFill>
        <p:spPr>
          <a:xfrm>
            <a:off x="261937" y="3305175"/>
            <a:ext cx="785813" cy="38100"/>
          </a:xfrm>
          <a:prstGeom prst="rect">
            <a:avLst/>
          </a:prstGeom>
        </p:spPr>
      </p:pic>
      <p:sp>
        <p:nvSpPr>
          <p:cNvPr id="6" name="Text 2"/>
          <p:cNvSpPr/>
          <p:nvPr/>
        </p:nvSpPr>
        <p:spPr>
          <a:xfrm>
            <a:off x="261937" y="4319588"/>
            <a:ext cx="8196262" cy="273209"/>
          </a:xfrm>
          <a:prstGeom prst="rect">
            <a:avLst/>
          </a:prstGeom>
          <a:noFill/>
          <a:ln/>
        </p:spPr>
        <p:txBody>
          <a:bodyPr wrap="square" lIns="0" tIns="0" rIns="0" bIns="0" rtlCol="0" anchor="t"/>
          <a:lstStyle/>
          <a:p>
            <a:pPr algn="l"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            </a:t>
            </a:r>
            <a:pPr algn="l"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NOTRE IDENTITÉ. NOS VALEURS. </a:t>
            </a:r>
            <a:pPr algn="l" indent="0" marL="0">
              <a:lnSpc>
                <a:spcPts val="1557"/>
              </a:lnSpc>
              <a:buNone/>
            </a:pPr>
            <a:r>
              <a:rPr lang="en-US" sz="1140" dirty="0">
                <a:solidFill>
                  <a:srgbClr val="005CFF">
                    <a:alpha val="99000"/>
                  </a:srgbClr>
                </a:solidFill>
                <a:latin typeface="Manrope" pitchFamily="34" charset="0"/>
                <a:ea typeface="Manrope" pitchFamily="34" charset="-122"/>
                <a:cs typeface="Manrope" pitchFamily="34" charset="-120"/>
              </a:rPr>
              <a:t>VOTRE CONFIANCE.</a:t>
            </a:r>
            <a:endParaRPr lang="en-US" sz="1140" dirty="0"/>
          </a:p>
        </p:txBody>
      </p:sp>
      <p:pic>
        <p:nvPicPr>
          <p:cNvPr id="7" name="Image 2" descr="preencoded.png">    </p:cNvPr>
          <p:cNvPicPr>
            <a:picLocks noChangeAspect="1"/>
          </p:cNvPicPr>
          <p:nvPr/>
        </p:nvPicPr>
        <p:blipFill>
          <a:blip r:embed="rId3"/>
          <a:srcRect l="0" r="0" t="0" b="0"/>
          <a:stretch/>
        </p:blipFill>
        <p:spPr>
          <a:xfrm>
            <a:off x="261937" y="4286250"/>
            <a:ext cx="304800" cy="304800"/>
          </a:xfrm>
          <a:prstGeom prst="rect">
            <a:avLst/>
          </a:prstGeom>
        </p:spPr>
      </p:pic>
      <p:sp>
        <p:nvSpPr>
          <p:cNvPr id="8" name="Text 3"/>
          <p:cNvSpPr/>
          <p:nvPr/>
        </p:nvSpPr>
        <p:spPr>
          <a:xfrm>
            <a:off x="7286625" y="4352925"/>
            <a:ext cx="1302544" cy="473652"/>
          </a:xfrm>
          <a:prstGeom prst="rect">
            <a:avLst/>
          </a:prstGeom>
          <a:noFill/>
          <a:ln/>
        </p:spPr>
        <p:txBody>
          <a:bodyPr wrap="square" lIns="0" tIns="0" rIns="0" bIns="0" rtlCol="0" anchor="t"/>
          <a:lstStyle/>
          <a:p>
            <a:pPr algn="r"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06</a:t>
            </a:r>
            <a:pPr algn="r" indent="0" marL="0">
              <a:lnSpc>
                <a:spcPts val="1557"/>
              </a:lnSpc>
              <a:buNone/>
            </a:pPr>
            <a:r>
              <a:rPr lang="en-US" sz="1140" dirty="0">
                <a:solidFill>
                  <a:srgbClr val="005CFF">
                    <a:alpha val="99000"/>
                  </a:srgbClr>
                </a:solidFill>
                <a:latin typeface="Manrope" pitchFamily="34" charset="0"/>
                <a:ea typeface="Manrope" pitchFamily="34" charset="-122"/>
                <a:cs typeface="Manrope" pitchFamily="34" charset="-120"/>
              </a:rPr>
              <a:t>/</a:t>
            </a:r>
            <a:pPr algn="r"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 </a:t>
            </a:r>
            <a:pPr algn="r"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22</a:t>
            </a:r>
            <a:endParaRPr lang="en-US" sz="1140" dirty="0"/>
          </a:p>
        </p:txBody>
      </p:sp>
      <p:pic>
        <p:nvPicPr>
          <p:cNvPr id="9" name="Image 3" descr="preencoded.png">    </p:cNvPr>
          <p:cNvPicPr>
            <a:picLocks noChangeAspect="1"/>
          </p:cNvPicPr>
          <p:nvPr/>
        </p:nvPicPr>
        <p:blipFill>
          <a:blip r:embed="rId4"/>
          <a:srcRect l="0" r="0" t="0" b="4830"/>
          <a:stretch/>
        </p:blipFill>
        <p:spPr>
          <a:xfrm>
            <a:off x="261937" y="-80962"/>
            <a:ext cx="2238375" cy="1595438"/>
          </a:xfrm>
          <a:prstGeom prst="rect">
            <a:avLst/>
          </a:prstGeom>
        </p:spPr>
      </p:pic>
      <p:pic>
        <p:nvPicPr>
          <p:cNvPr id="10" name="Image 4" descr="preencoded.png">    </p:cNvPr>
          <p:cNvPicPr>
            <a:picLocks noChangeAspect="1"/>
          </p:cNvPicPr>
          <p:nvPr/>
        </p:nvPicPr>
        <p:blipFill>
          <a:blip r:embed="rId5"/>
          <a:srcRect l="0" r="6115" t="0" b="33292"/>
          <a:stretch/>
        </p:blipFill>
        <p:spPr>
          <a:xfrm>
            <a:off x="1905000" y="-1004887"/>
            <a:ext cx="7239000" cy="5143500"/>
          </a:xfrm>
          <a:prstGeom prst="rect">
            <a:avLst/>
          </a:prstGeom>
        </p:spPr>
      </p:pic>
      <p:sp>
        <p:nvSpPr>
          <p:cNvPr id="11" name="Text 4"/>
          <p:cNvSpPr/>
          <p:nvPr/>
        </p:nvSpPr>
        <p:spPr>
          <a:xfrm>
            <a:off x="7348538" y="204788"/>
            <a:ext cx="2486025" cy="221883"/>
          </a:xfrm>
          <a:prstGeom prst="rect">
            <a:avLst/>
          </a:prstGeom>
          <a:noFill/>
          <a:ln/>
        </p:spPr>
        <p:txBody>
          <a:bodyPr wrap="square" lIns="0" tIns="0" rIns="0" bIns="0" rtlCol="0" anchor="t"/>
          <a:lstStyle/>
          <a:p>
            <a:pPr algn="l" indent="0" marL="0">
              <a:lnSpc>
                <a:spcPts val="1679"/>
              </a:lnSpc>
              <a:buNone/>
            </a:pPr>
            <a:r>
              <a:rPr lang="en-US" sz="1229" dirty="0">
                <a:solidFill>
                  <a:srgbClr val="FFFFFF">
                    <a:alpha val="99000"/>
                  </a:srgbClr>
                </a:solidFill>
                <a:latin typeface="Manrope" pitchFamily="34" charset="0"/>
                <a:ea typeface="Manrope" pitchFamily="34" charset="-122"/>
                <a:cs typeface="Manrope" pitchFamily="34" charset="-120"/>
              </a:rPr>
              <a:t>CHARTE </a:t>
            </a:r>
            <a:pPr algn="l" indent="0" marL="0">
              <a:lnSpc>
                <a:spcPts val="1679"/>
              </a:lnSpc>
              <a:buNone/>
            </a:pPr>
            <a:r>
              <a:rPr lang="en-US" sz="1229" dirty="0">
                <a:solidFill>
                  <a:srgbClr val="FFFFFF">
                    <a:alpha val="99000"/>
                  </a:srgbClr>
                </a:solidFill>
                <a:latin typeface="Manrope" pitchFamily="34" charset="0"/>
                <a:ea typeface="Manrope" pitchFamily="34" charset="-122"/>
                <a:cs typeface="Manrope" pitchFamily="34" charset="-120"/>
              </a:rPr>
              <a:t>DE MARQUE</a:t>
            </a:r>
            <a:endParaRPr lang="en-US" sz="1229" dirty="0"/>
          </a:p>
        </p:txBody>
      </p:sp>
      <p:sp>
        <p:nvSpPr>
          <p:cNvPr id="12" name="Text 5"/>
          <p:cNvSpPr/>
          <p:nvPr/>
        </p:nvSpPr>
        <p:spPr>
          <a:xfrm>
            <a:off x="6391275" y="1333500"/>
            <a:ext cx="11887896" cy="2114550"/>
          </a:xfrm>
          <a:prstGeom prst="rect">
            <a:avLst/>
          </a:prstGeom>
          <a:noFill/>
          <a:ln/>
        </p:spPr>
        <p:txBody>
          <a:bodyPr wrap="square" lIns="0" tIns="0" rIns="0" bIns="0" rtlCol="0" anchor="t"/>
          <a:lstStyle/>
          <a:p>
            <a:pPr algn="l" indent="0" marL="0">
              <a:lnSpc>
                <a:spcPts val="16113"/>
              </a:lnSpc>
              <a:buNone/>
            </a:pPr>
            <a:r>
              <a:rPr lang="en-US" sz="11796" b="1" dirty="0">
                <a:solidFill>
                  <a:srgbClr val="1265FF">
                    <a:alpha val="99000"/>
                  </a:srgbClr>
                </a:solidFill>
                <a:latin typeface="Manrope" pitchFamily="34" charset="0"/>
                <a:ea typeface="Manrope" pitchFamily="34" charset="-122"/>
                <a:cs typeface="Manrope" pitchFamily="34" charset="-120"/>
              </a:rPr>
              <a:t>02.</a:t>
            </a:r>
            <a:endParaRPr lang="en-US" sz="11796"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243513" y="1271588"/>
            <a:ext cx="1133475" cy="1162050"/>
          </a:xfrm>
          <a:prstGeom prst="ellipse">
            <a:avLst/>
          </a:prstGeom>
          <a:solidFill>
            <a:srgbClr val="FFFFFF"/>
          </a:solidFill>
          <a:ln w="18097">
            <a:solidFill>
              <a:srgbClr val="87919A"/>
            </a:solidFill>
            <a:prstDash val="dash"/>
          </a:ln>
        </p:spPr>
        <p:txBody>
          <a:bodyPr wrap="square" rtlCol="0" anchor="ctr"/>
          <a:lstStyle/>
          <a:p>
            <a:pPr indent="0" marL="0">
              <a:buNone/>
            </a:pPr>
            <a:endParaRPr lang="en-US" dirty="0"/>
          </a:p>
        </p:txBody>
      </p:sp>
      <p:sp>
        <p:nvSpPr>
          <p:cNvPr id="3" name="Text 1"/>
          <p:cNvSpPr/>
          <p:nvPr/>
        </p:nvSpPr>
        <p:spPr>
          <a:xfrm>
            <a:off x="223838" y="1366838"/>
            <a:ext cx="2052637" cy="314325"/>
          </a:xfrm>
          <a:prstGeom prst="rect">
            <a:avLst/>
          </a:prstGeom>
          <a:noFill/>
          <a:ln/>
        </p:spPr>
        <p:txBody>
          <a:bodyPr wrap="square" lIns="0" tIns="0" rIns="0" bIns="0" rtlCol="0" anchor="t"/>
          <a:lstStyle/>
          <a:p>
            <a:pPr algn="l" indent="0" marL="0">
              <a:lnSpc>
                <a:spcPts val="3114"/>
              </a:lnSpc>
              <a:buNone/>
            </a:pPr>
            <a:r>
              <a:rPr lang="en-US" sz="2280" b="1" dirty="0">
                <a:solidFill>
                  <a:srgbClr val="0B162A">
                    <a:alpha val="99000"/>
                  </a:srgbClr>
                </a:solidFill>
                <a:latin typeface="Manrope" pitchFamily="34" charset="0"/>
                <a:ea typeface="Manrope" pitchFamily="34" charset="-122"/>
                <a:cs typeface="Manrope" pitchFamily="34" charset="-120"/>
              </a:rPr>
              <a:t>STRUCTURE</a:t>
            </a:r>
            <a:endParaRPr lang="en-US" sz="2280" dirty="0"/>
          </a:p>
        </p:txBody>
      </p:sp>
      <p:pic>
        <p:nvPicPr>
          <p:cNvPr id="4" name="Image 0" descr="preencoded.png">    </p:cNvPr>
          <p:cNvPicPr>
            <a:picLocks noChangeAspect="1"/>
          </p:cNvPicPr>
          <p:nvPr/>
        </p:nvPicPr>
        <p:blipFill>
          <a:blip r:embed="rId1"/>
          <a:srcRect l="0" r="0" t="0" b="0"/>
          <a:stretch/>
        </p:blipFill>
        <p:spPr>
          <a:xfrm>
            <a:off x="19050" y="1062038"/>
            <a:ext cx="2509865" cy="16669"/>
          </a:xfrm>
          <a:prstGeom prst="rect">
            <a:avLst/>
          </a:prstGeom>
        </p:spPr>
      </p:pic>
      <p:pic>
        <p:nvPicPr>
          <p:cNvPr id="5" name="Image 1" descr="preencoded.png">    </p:cNvPr>
          <p:cNvPicPr>
            <a:picLocks noChangeAspect="1"/>
          </p:cNvPicPr>
          <p:nvPr/>
        </p:nvPicPr>
        <p:blipFill>
          <a:blip r:embed="rId2"/>
          <a:srcRect l="0" r="-28571" t="0" b="185"/>
          <a:stretch/>
        </p:blipFill>
        <p:spPr>
          <a:xfrm>
            <a:off x="2514600" y="9525"/>
            <a:ext cx="42863" cy="5134006"/>
          </a:xfrm>
          <a:prstGeom prst="rect">
            <a:avLst/>
          </a:prstGeom>
        </p:spPr>
      </p:pic>
      <p:pic>
        <p:nvPicPr>
          <p:cNvPr id="6" name="Image 2" descr="preencoded.png">    </p:cNvPr>
          <p:cNvPicPr>
            <a:picLocks noChangeAspect="1"/>
          </p:cNvPicPr>
          <p:nvPr/>
        </p:nvPicPr>
        <p:blipFill>
          <a:blip r:embed="rId3"/>
          <a:srcRect l="0" r="0" t="0" b="0"/>
          <a:stretch/>
        </p:blipFill>
        <p:spPr>
          <a:xfrm>
            <a:off x="309563" y="9525"/>
            <a:ext cx="1404938" cy="1052513"/>
          </a:xfrm>
          <a:prstGeom prst="rect">
            <a:avLst/>
          </a:prstGeom>
        </p:spPr>
      </p:pic>
      <p:sp>
        <p:nvSpPr>
          <p:cNvPr id="7" name="Text 2"/>
          <p:cNvSpPr/>
          <p:nvPr/>
        </p:nvSpPr>
        <p:spPr>
          <a:xfrm>
            <a:off x="223838" y="1852612"/>
            <a:ext cx="1976438" cy="162447"/>
          </a:xfrm>
          <a:prstGeom prst="rect">
            <a:avLst/>
          </a:prstGeom>
          <a:noFill/>
          <a:ln/>
        </p:spPr>
        <p:txBody>
          <a:bodyPr wrap="square" lIns="0" tIns="0" rIns="0" bIns="0" rtlCol="0" anchor="t"/>
          <a:lstStyle/>
          <a:p>
            <a:pPr algn="l" indent="0" marL="0">
              <a:lnSpc>
                <a:spcPts val="973"/>
              </a:lnSpc>
              <a:buNone/>
            </a:pPr>
            <a:r>
              <a:rPr lang="en-US" sz="713" dirty="0">
                <a:solidFill>
                  <a:srgbClr val="0B162A">
                    <a:alpha val="99000"/>
                  </a:srgbClr>
                </a:solidFill>
                <a:latin typeface="Manrope" pitchFamily="34" charset="0"/>
                <a:ea typeface="Manrope" pitchFamily="34" charset="-122"/>
                <a:cs typeface="Manrope" pitchFamily="34" charset="-120"/>
              </a:rPr>
              <a:t>Le symbole ALT est construit à partir de formes géométriques simples et précises il évoque un « A » stylisé, symbole d’élévation et d’expertise. Son équilibre parfait traduit notre engagement envers la solidité, la précision et la valeur durable que nous construisons pour nos clients.</a:t>
            </a:r>
            <a:endParaRPr lang="en-US" sz="713" dirty="0"/>
          </a:p>
        </p:txBody>
      </p:sp>
      <p:sp>
        <p:nvSpPr>
          <p:cNvPr id="8" name="Text 3"/>
          <p:cNvSpPr/>
          <p:nvPr/>
        </p:nvSpPr>
        <p:spPr>
          <a:xfrm>
            <a:off x="223838" y="4672013"/>
            <a:ext cx="2081212" cy="147638"/>
          </a:xfrm>
          <a:prstGeom prst="rect">
            <a:avLst/>
          </a:prstGeom>
          <a:noFill/>
          <a:ln/>
        </p:spPr>
        <p:txBody>
          <a:bodyPr wrap="square" lIns="0" tIns="0" rIns="0" bIns="0" rtlCol="0" anchor="t"/>
          <a:lstStyle/>
          <a:p>
            <a:pPr algn="l" indent="0" marL="0">
              <a:lnSpc>
                <a:spcPts val="730"/>
              </a:lnSpc>
              <a:buNone/>
            </a:pPr>
            <a:r>
              <a:rPr lang="en-US" sz="534" dirty="0">
                <a:solidFill>
                  <a:srgbClr val="FFFFFF">
                    <a:alpha val="99000"/>
                  </a:srgbClr>
                </a:solidFill>
                <a:latin typeface="Manrope" pitchFamily="34" charset="0"/>
                <a:ea typeface="Manrope" pitchFamily="34" charset="-122"/>
                <a:cs typeface="Manrope" pitchFamily="34" charset="-120"/>
              </a:rPr>
              <a:t>            </a:t>
            </a:r>
            <a:pPr algn="l" indent="0" marL="0">
              <a:lnSpc>
                <a:spcPts val="730"/>
              </a:lnSpc>
              <a:buNone/>
            </a:pPr>
            <a:r>
              <a:rPr lang="en-US" sz="534" dirty="0">
                <a:solidFill>
                  <a:srgbClr val="2E3B46">
                    <a:alpha val="99000"/>
                  </a:srgbClr>
                </a:solidFill>
                <a:latin typeface="Manrope" pitchFamily="34" charset="0"/>
                <a:ea typeface="Manrope" pitchFamily="34" charset="-122"/>
                <a:cs typeface="Manrope" pitchFamily="34" charset="-120"/>
              </a:rPr>
              <a:t>NOTRE IDENTITÉ. NOS VALEURS. </a:t>
            </a:r>
            <a:pPr algn="l" indent="0" marL="0">
              <a:lnSpc>
                <a:spcPts val="730"/>
              </a:lnSpc>
              <a:buNone/>
            </a:pPr>
            <a:r>
              <a:rPr lang="en-US" sz="534" dirty="0">
                <a:solidFill>
                  <a:srgbClr val="005CFF">
                    <a:alpha val="99000"/>
                  </a:srgbClr>
                </a:solidFill>
                <a:latin typeface="Manrope" pitchFamily="34" charset="0"/>
                <a:ea typeface="Manrope" pitchFamily="34" charset="-122"/>
                <a:cs typeface="Manrope" pitchFamily="34" charset="-120"/>
              </a:rPr>
              <a:t>VOTRE CONFIANCE.</a:t>
            </a:r>
            <a:pPr algn="l" indent="0" marL="0">
              <a:lnSpc>
                <a:spcPts val="730"/>
              </a:lnSpc>
              <a:buNone/>
            </a:pPr>
            <a:r>
              <a:rPr lang="en-US" sz="534" dirty="0">
                <a:solidFill>
                  <a:srgbClr val="0B162A">
                    <a:alpha val="99000"/>
                  </a:srgbClr>
                </a:solidFill>
                <a:latin typeface="Manrope" pitchFamily="34" charset="0"/>
                <a:ea typeface="Manrope" pitchFamily="34" charset="-122"/>
                <a:cs typeface="Manrope" pitchFamily="34" charset="-120"/>
              </a:rPr>
              <a:t> </a:t>
            </a:r>
            <a:pPr algn="l" indent="0" marL="0">
              <a:lnSpc>
                <a:spcPts val="730"/>
              </a:lnSpc>
              <a:buNone/>
            </a:pPr>
            <a:r>
              <a:rPr lang="en-US" sz="534" dirty="0">
                <a:solidFill>
                  <a:srgbClr val="FFFFFF">
                    <a:alpha val="99000"/>
                  </a:srgbClr>
                </a:solidFill>
                <a:latin typeface="Manrope" pitchFamily="34" charset="0"/>
                <a:ea typeface="Manrope" pitchFamily="34" charset="-122"/>
                <a:cs typeface="Manrope" pitchFamily="34" charset="-120"/>
              </a:rPr>
              <a:t>solutions simples et transparentes, centrées sur vos objectifs.</a:t>
            </a:r>
            <a:endParaRPr lang="en-US" sz="534" dirty="0"/>
          </a:p>
        </p:txBody>
      </p:sp>
      <p:pic>
        <p:nvPicPr>
          <p:cNvPr id="9" name="Image 3" descr="preencoded.png">    </p:cNvPr>
          <p:cNvPicPr>
            <a:picLocks noChangeAspect="1"/>
          </p:cNvPicPr>
          <p:nvPr/>
        </p:nvPicPr>
        <p:blipFill>
          <a:blip r:embed="rId4"/>
          <a:srcRect l="0" r="0" t="0" b="0"/>
          <a:stretch/>
        </p:blipFill>
        <p:spPr>
          <a:xfrm>
            <a:off x="90488" y="4614863"/>
            <a:ext cx="233362" cy="233362"/>
          </a:xfrm>
          <a:prstGeom prst="rect">
            <a:avLst/>
          </a:prstGeom>
        </p:spPr>
      </p:pic>
      <p:sp>
        <p:nvSpPr>
          <p:cNvPr id="10" name="Text 4"/>
          <p:cNvSpPr/>
          <p:nvPr/>
        </p:nvSpPr>
        <p:spPr>
          <a:xfrm>
            <a:off x="7348538" y="4314825"/>
            <a:ext cx="1323975" cy="471488"/>
          </a:xfrm>
          <a:prstGeom prst="rect">
            <a:avLst/>
          </a:prstGeom>
          <a:noFill/>
          <a:ln/>
        </p:spPr>
        <p:txBody>
          <a:bodyPr wrap="square" lIns="0" tIns="0" rIns="0" bIns="0" rtlCol="0" anchor="t"/>
          <a:lstStyle/>
          <a:p>
            <a:pPr algn="r" indent="0" marL="0">
              <a:lnSpc>
                <a:spcPts val="1557"/>
              </a:lnSpc>
              <a:buNone/>
            </a:pPr>
            <a:r>
              <a:rPr lang="en-US" sz="1140" dirty="0">
                <a:solidFill>
                  <a:srgbClr val="0B162A">
                    <a:alpha val="99000"/>
                  </a:srgbClr>
                </a:solidFill>
                <a:latin typeface="Manrope" pitchFamily="34" charset="0"/>
                <a:ea typeface="Manrope" pitchFamily="34" charset="-122"/>
                <a:cs typeface="Manrope" pitchFamily="34" charset="-120"/>
              </a:rPr>
              <a:t>07</a:t>
            </a:r>
            <a:pPr algn="r"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 </a:t>
            </a:r>
            <a:pPr algn="r" indent="0" marL="0">
              <a:lnSpc>
                <a:spcPts val="1557"/>
              </a:lnSpc>
              <a:buNone/>
            </a:pPr>
            <a:r>
              <a:rPr lang="en-US" sz="1140" dirty="0">
                <a:solidFill>
                  <a:srgbClr val="005CFF">
                    <a:alpha val="99000"/>
                  </a:srgbClr>
                </a:solidFill>
                <a:latin typeface="Manrope" pitchFamily="34" charset="0"/>
                <a:ea typeface="Manrope" pitchFamily="34" charset="-122"/>
                <a:cs typeface="Manrope" pitchFamily="34" charset="-120"/>
              </a:rPr>
              <a:t>/</a:t>
            </a:r>
            <a:pPr algn="r"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 </a:t>
            </a:r>
            <a:pPr algn="r" indent="0" marL="0">
              <a:lnSpc>
                <a:spcPts val="1557"/>
              </a:lnSpc>
              <a:buNone/>
            </a:pPr>
            <a:r>
              <a:rPr lang="en-US" sz="1140" dirty="0">
                <a:solidFill>
                  <a:srgbClr val="0B162A">
                    <a:alpha val="99000"/>
                  </a:srgbClr>
                </a:solidFill>
                <a:latin typeface="Manrope" pitchFamily="34" charset="0"/>
                <a:ea typeface="Manrope" pitchFamily="34" charset="-122"/>
                <a:cs typeface="Manrope" pitchFamily="34" charset="-120"/>
              </a:rPr>
              <a:t>22</a:t>
            </a:r>
            <a:endParaRPr lang="en-US" sz="1140" dirty="0"/>
          </a:p>
        </p:txBody>
      </p:sp>
      <p:pic>
        <p:nvPicPr>
          <p:cNvPr id="11" name="Image 4" descr="preencoded.png">    </p:cNvPr>
          <p:cNvPicPr>
            <a:picLocks noChangeAspect="1"/>
          </p:cNvPicPr>
          <p:nvPr/>
        </p:nvPicPr>
        <p:blipFill>
          <a:blip r:embed="rId5"/>
          <a:srcRect l="0" r="0" t="0" b="0"/>
          <a:stretch/>
        </p:blipFill>
        <p:spPr>
          <a:xfrm>
            <a:off x="223838" y="2890838"/>
            <a:ext cx="514350" cy="38100"/>
          </a:xfrm>
          <a:prstGeom prst="rect">
            <a:avLst/>
          </a:prstGeom>
        </p:spPr>
      </p:pic>
      <p:pic>
        <p:nvPicPr>
          <p:cNvPr id="12" name="Image 5" descr="preencoded.png">    </p:cNvPr>
          <p:cNvPicPr>
            <a:picLocks noChangeAspect="1"/>
          </p:cNvPicPr>
          <p:nvPr/>
        </p:nvPicPr>
        <p:blipFill>
          <a:blip r:embed="rId6"/>
          <a:srcRect l="0" r="0" t="0" b="0"/>
          <a:stretch/>
        </p:blipFill>
        <p:spPr>
          <a:xfrm>
            <a:off x="104775" y="3414713"/>
            <a:ext cx="85725" cy="104775"/>
          </a:xfrm>
          <a:prstGeom prst="rect">
            <a:avLst/>
          </a:prstGeom>
        </p:spPr>
      </p:pic>
      <p:sp>
        <p:nvSpPr>
          <p:cNvPr id="13" name="Text 5"/>
          <p:cNvSpPr/>
          <p:nvPr/>
        </p:nvSpPr>
        <p:spPr>
          <a:xfrm>
            <a:off x="209550" y="3429000"/>
            <a:ext cx="1976438" cy="162447"/>
          </a:xfrm>
          <a:prstGeom prst="rect">
            <a:avLst/>
          </a:prstGeom>
          <a:noFill/>
          <a:ln/>
        </p:spPr>
        <p:txBody>
          <a:bodyPr wrap="square" lIns="0" tIns="0" rIns="0" bIns="0" rtlCol="0" anchor="t"/>
          <a:lstStyle/>
          <a:p>
            <a:pPr algn="l" indent="0" marL="0">
              <a:lnSpc>
                <a:spcPts val="730"/>
              </a:lnSpc>
              <a:buNone/>
            </a:pPr>
            <a:r>
              <a:rPr lang="en-US" sz="534" b="1" dirty="0">
                <a:solidFill>
                  <a:srgbClr val="000000">
                    <a:alpha val="99000"/>
                  </a:srgbClr>
                </a:solidFill>
                <a:latin typeface="Manrope" pitchFamily="34" charset="0"/>
                <a:ea typeface="Manrope" pitchFamily="34" charset="-122"/>
                <a:cs typeface="Manrope" pitchFamily="34" charset="-120"/>
              </a:rPr>
              <a:t> Lettre </a:t>
            </a:r>
            <a:pPr algn="l" indent="0" marL="0">
              <a:lnSpc>
                <a:spcPts val="730"/>
              </a:lnSpc>
              <a:buNone/>
            </a:pPr>
            <a:r>
              <a:rPr lang="en-US" sz="534" b="1" dirty="0">
                <a:solidFill>
                  <a:srgbClr val="000000">
                    <a:alpha val="99000"/>
                  </a:srgbClr>
                </a:solidFill>
                <a:latin typeface="Manrope" pitchFamily="34" charset="0"/>
                <a:ea typeface="Manrope" pitchFamily="34" charset="-122"/>
                <a:cs typeface="Manrope" pitchFamily="34" charset="-120"/>
              </a:rPr>
              <a:t>« </a:t>
            </a:r>
            <a:pPr algn="l" indent="0" marL="0">
              <a:lnSpc>
                <a:spcPts val="730"/>
              </a:lnSpc>
              <a:buNone/>
            </a:pPr>
            <a:r>
              <a:rPr lang="en-US" sz="534" b="1" dirty="0">
                <a:solidFill>
                  <a:srgbClr val="000000">
                    <a:alpha val="99000"/>
                  </a:srgbClr>
                </a:solidFill>
                <a:latin typeface="Manrope" pitchFamily="34" charset="0"/>
                <a:ea typeface="Manrope" pitchFamily="34" charset="-122"/>
                <a:cs typeface="Manrope" pitchFamily="34" charset="-120"/>
              </a:rPr>
              <a:t>A</a:t>
            </a:r>
            <a:pPr algn="l" indent="0" marL="0">
              <a:lnSpc>
                <a:spcPts val="730"/>
              </a:lnSpc>
              <a:buNone/>
            </a:pPr>
            <a:r>
              <a:rPr lang="en-US" sz="534" b="1" dirty="0">
                <a:solidFill>
                  <a:srgbClr val="000000">
                    <a:alpha val="99000"/>
                  </a:srgbClr>
                </a:solidFill>
                <a:latin typeface="Manrope" pitchFamily="34" charset="0"/>
                <a:ea typeface="Manrope" pitchFamily="34" charset="-122"/>
                <a:cs typeface="Manrope" pitchFamily="34" charset="-120"/>
              </a:rPr>
              <a:t> » stylisé</a:t>
            </a:r>
            <a:pPr algn="l" indent="0" marL="0">
              <a:lnSpc>
                <a:spcPts val="730"/>
              </a:lnSpc>
              <a:buNone/>
            </a:pPr>
            <a:r>
              <a:rPr lang="en-US" sz="534" b="1" dirty="0">
                <a:solidFill>
                  <a:srgbClr val="000000">
                    <a:alpha val="99000"/>
                  </a:srgbClr>
                </a:solidFill>
                <a:latin typeface="Manrope" pitchFamily="34" charset="0"/>
                <a:ea typeface="Manrope" pitchFamily="34" charset="-122"/>
                <a:cs typeface="Manrope" pitchFamily="34" charset="-120"/>
              </a:rPr>
              <a:t>.</a:t>
            </a:r>
            <a:endParaRPr lang="en-US" sz="534" dirty="0"/>
          </a:p>
        </p:txBody>
      </p:sp>
      <p:sp>
        <p:nvSpPr>
          <p:cNvPr id="14" name="Text 6"/>
          <p:cNvSpPr/>
          <p:nvPr/>
        </p:nvSpPr>
        <p:spPr>
          <a:xfrm>
            <a:off x="223838" y="3686175"/>
            <a:ext cx="1976438" cy="162447"/>
          </a:xfrm>
          <a:prstGeom prst="rect">
            <a:avLst/>
          </a:prstGeom>
          <a:noFill/>
          <a:ln/>
        </p:spPr>
        <p:txBody>
          <a:bodyPr wrap="square" lIns="0" tIns="0" rIns="0" bIns="0" rtlCol="0" anchor="t"/>
          <a:lstStyle/>
          <a:p>
            <a:pPr algn="l" indent="0" marL="0">
              <a:lnSpc>
                <a:spcPts val="730"/>
              </a:lnSpc>
              <a:buNone/>
            </a:pPr>
            <a:r>
              <a:rPr lang="en-US" sz="534" b="1" dirty="0">
                <a:solidFill>
                  <a:srgbClr val="0B162A">
                    <a:alpha val="99000"/>
                  </a:srgbClr>
                </a:solidFill>
                <a:latin typeface="Manrope" pitchFamily="34" charset="0"/>
                <a:ea typeface="Manrope" pitchFamily="34" charset="-122"/>
                <a:cs typeface="Manrope" pitchFamily="34" charset="-120"/>
              </a:rPr>
              <a:t>Géométrie équilibré</a:t>
            </a:r>
            <a:endParaRPr lang="en-US" sz="534" dirty="0"/>
          </a:p>
        </p:txBody>
      </p:sp>
      <p:pic>
        <p:nvPicPr>
          <p:cNvPr id="15" name="Image 6" descr="preencoded.png">    </p:cNvPr>
          <p:cNvPicPr>
            <a:picLocks noChangeAspect="1"/>
          </p:cNvPicPr>
          <p:nvPr/>
        </p:nvPicPr>
        <p:blipFill>
          <a:blip r:embed="rId7"/>
          <a:srcRect l="0" r="0" t="0" b="0"/>
          <a:stretch/>
        </p:blipFill>
        <p:spPr>
          <a:xfrm>
            <a:off x="104775" y="3695700"/>
            <a:ext cx="85725" cy="104775"/>
          </a:xfrm>
          <a:prstGeom prst="rect">
            <a:avLst/>
          </a:prstGeom>
        </p:spPr>
      </p:pic>
      <p:pic>
        <p:nvPicPr>
          <p:cNvPr id="16" name="Image 7" descr="preencoded.png">    </p:cNvPr>
          <p:cNvPicPr>
            <a:picLocks noChangeAspect="1"/>
          </p:cNvPicPr>
          <p:nvPr/>
        </p:nvPicPr>
        <p:blipFill>
          <a:blip r:embed="rId8"/>
          <a:srcRect l="0" r="0" t="0" b="0"/>
          <a:stretch/>
        </p:blipFill>
        <p:spPr>
          <a:xfrm>
            <a:off x="104775" y="3976687"/>
            <a:ext cx="85725" cy="104775"/>
          </a:xfrm>
          <a:prstGeom prst="rect">
            <a:avLst/>
          </a:prstGeom>
        </p:spPr>
      </p:pic>
      <p:sp>
        <p:nvSpPr>
          <p:cNvPr id="17" name="Text 7"/>
          <p:cNvSpPr/>
          <p:nvPr/>
        </p:nvSpPr>
        <p:spPr>
          <a:xfrm>
            <a:off x="223838" y="3976687"/>
            <a:ext cx="1976438" cy="162447"/>
          </a:xfrm>
          <a:prstGeom prst="rect">
            <a:avLst/>
          </a:prstGeom>
          <a:noFill/>
          <a:ln/>
        </p:spPr>
        <p:txBody>
          <a:bodyPr wrap="square" lIns="0" tIns="0" rIns="0" bIns="0" rtlCol="0" anchor="t"/>
          <a:lstStyle/>
          <a:p>
            <a:pPr algn="l" indent="0" marL="0">
              <a:lnSpc>
                <a:spcPts val="730"/>
              </a:lnSpc>
              <a:buNone/>
            </a:pPr>
            <a:r>
              <a:rPr lang="en-US" sz="534" b="1" dirty="0">
                <a:solidFill>
                  <a:srgbClr val="0B162A">
                    <a:alpha val="99000"/>
                  </a:srgbClr>
                </a:solidFill>
                <a:latin typeface="Manrope" pitchFamily="34" charset="0"/>
                <a:ea typeface="Manrope" pitchFamily="34" charset="-122"/>
                <a:cs typeface="Manrope" pitchFamily="34" charset="-120"/>
              </a:rPr>
              <a:t> Construction modulaire</a:t>
            </a:r>
            <a:endParaRPr lang="en-US" sz="534" dirty="0"/>
          </a:p>
        </p:txBody>
      </p:sp>
      <p:sp>
        <p:nvSpPr>
          <p:cNvPr id="18" name="Text 8"/>
          <p:cNvSpPr/>
          <p:nvPr/>
        </p:nvSpPr>
        <p:spPr>
          <a:xfrm>
            <a:off x="209550" y="4257675"/>
            <a:ext cx="1976438" cy="162447"/>
          </a:xfrm>
          <a:prstGeom prst="rect">
            <a:avLst/>
          </a:prstGeom>
          <a:noFill/>
          <a:ln/>
        </p:spPr>
        <p:txBody>
          <a:bodyPr wrap="square" lIns="0" tIns="0" rIns="0" bIns="0" rtlCol="0" anchor="t"/>
          <a:lstStyle/>
          <a:p>
            <a:pPr algn="l" indent="0" marL="0">
              <a:lnSpc>
                <a:spcPts val="730"/>
              </a:lnSpc>
              <a:buNone/>
            </a:pPr>
            <a:r>
              <a:rPr lang="en-US" sz="534" b="1" dirty="0">
                <a:solidFill>
                  <a:srgbClr val="0B162A">
                    <a:alpha val="99000"/>
                  </a:srgbClr>
                </a:solidFill>
                <a:latin typeface="Manrope" pitchFamily="34" charset="0"/>
                <a:ea typeface="Manrope" pitchFamily="34" charset="-122"/>
                <a:cs typeface="Manrope" pitchFamily="34" charset="-120"/>
              </a:rPr>
              <a:t>  Stabilité et évolutivité</a:t>
            </a:r>
            <a:endParaRPr lang="en-US" sz="534" dirty="0"/>
          </a:p>
        </p:txBody>
      </p:sp>
      <p:pic>
        <p:nvPicPr>
          <p:cNvPr id="19" name="Image 8" descr="preencoded.png">    </p:cNvPr>
          <p:cNvPicPr>
            <a:picLocks noChangeAspect="1"/>
          </p:cNvPicPr>
          <p:nvPr/>
        </p:nvPicPr>
        <p:blipFill>
          <a:blip r:embed="rId9"/>
          <a:srcRect l="0" r="0" t="0" b="0"/>
          <a:stretch/>
        </p:blipFill>
        <p:spPr>
          <a:xfrm>
            <a:off x="104775" y="4257675"/>
            <a:ext cx="85725" cy="104775"/>
          </a:xfrm>
          <a:prstGeom prst="rect">
            <a:avLst/>
          </a:prstGeom>
        </p:spPr>
      </p:pic>
      <p:pic>
        <p:nvPicPr>
          <p:cNvPr id="20" name="Image 9" descr="preencoded.png">    </p:cNvPr>
          <p:cNvPicPr>
            <a:picLocks noChangeAspect="1"/>
          </p:cNvPicPr>
          <p:nvPr/>
        </p:nvPicPr>
        <p:blipFill>
          <a:blip r:embed="rId10"/>
          <a:srcRect l="0" r="0" t="0" b="0"/>
          <a:stretch/>
        </p:blipFill>
        <p:spPr>
          <a:xfrm>
            <a:off x="3724275" y="1276350"/>
            <a:ext cx="9525" cy="2233613"/>
          </a:xfrm>
          <a:prstGeom prst="rect">
            <a:avLst/>
          </a:prstGeom>
        </p:spPr>
      </p:pic>
      <p:pic>
        <p:nvPicPr>
          <p:cNvPr id="21" name="Image 10" descr="preencoded.png">    </p:cNvPr>
          <p:cNvPicPr>
            <a:picLocks noChangeAspect="1"/>
          </p:cNvPicPr>
          <p:nvPr/>
        </p:nvPicPr>
        <p:blipFill>
          <a:blip r:embed="rId11"/>
          <a:srcRect l="0" r="0" t="0" b="0"/>
          <a:stretch/>
        </p:blipFill>
        <p:spPr>
          <a:xfrm>
            <a:off x="4962525" y="3848100"/>
            <a:ext cx="1914553" cy="14288"/>
          </a:xfrm>
          <a:prstGeom prst="rect">
            <a:avLst/>
          </a:prstGeom>
        </p:spPr>
      </p:pic>
      <p:pic>
        <p:nvPicPr>
          <p:cNvPr id="22" name="Image 11" descr="preencoded.png">    </p:cNvPr>
          <p:cNvPicPr>
            <a:picLocks noChangeAspect="1"/>
          </p:cNvPicPr>
          <p:nvPr/>
        </p:nvPicPr>
        <p:blipFill>
          <a:blip r:embed="rId12"/>
          <a:srcRect l="0" r="0" t="0" b="0"/>
          <a:stretch/>
        </p:blipFill>
        <p:spPr>
          <a:xfrm>
            <a:off x="3609975" y="1276350"/>
            <a:ext cx="223838" cy="9525"/>
          </a:xfrm>
          <a:prstGeom prst="rect">
            <a:avLst/>
          </a:prstGeom>
        </p:spPr>
      </p:pic>
      <p:pic>
        <p:nvPicPr>
          <p:cNvPr id="23" name="Image 12" descr="preencoded.png">    </p:cNvPr>
          <p:cNvPicPr>
            <a:picLocks noChangeAspect="1"/>
          </p:cNvPicPr>
          <p:nvPr/>
        </p:nvPicPr>
        <p:blipFill>
          <a:blip r:embed="rId13"/>
          <a:srcRect l="0" r="0" t="0" b="0"/>
          <a:stretch/>
        </p:blipFill>
        <p:spPr>
          <a:xfrm>
            <a:off x="3609975" y="3509963"/>
            <a:ext cx="223838" cy="9525"/>
          </a:xfrm>
          <a:prstGeom prst="rect">
            <a:avLst/>
          </a:prstGeom>
        </p:spPr>
      </p:pic>
      <p:pic>
        <p:nvPicPr>
          <p:cNvPr id="24" name="Image 13" descr="preencoded.png">    </p:cNvPr>
          <p:cNvPicPr>
            <a:picLocks noChangeAspect="1"/>
          </p:cNvPicPr>
          <p:nvPr/>
        </p:nvPicPr>
        <p:blipFill>
          <a:blip r:embed="rId14"/>
          <a:srcRect l="0" r="0" t="0" b="0"/>
          <a:stretch/>
        </p:blipFill>
        <p:spPr>
          <a:xfrm>
            <a:off x="4962525" y="3738563"/>
            <a:ext cx="10860" cy="223890"/>
          </a:xfrm>
          <a:prstGeom prst="rect">
            <a:avLst/>
          </a:prstGeom>
        </p:spPr>
      </p:pic>
      <p:pic>
        <p:nvPicPr>
          <p:cNvPr id="25" name="Image 14" descr="preencoded.png">    </p:cNvPr>
          <p:cNvPicPr>
            <a:picLocks noChangeAspect="1"/>
          </p:cNvPicPr>
          <p:nvPr/>
        </p:nvPicPr>
        <p:blipFill>
          <a:blip r:embed="rId15"/>
          <a:srcRect l="0" r="0" t="0" b="0"/>
          <a:stretch/>
        </p:blipFill>
        <p:spPr>
          <a:xfrm>
            <a:off x="6877050" y="3743325"/>
            <a:ext cx="10860" cy="223890"/>
          </a:xfrm>
          <a:prstGeom prst="rect">
            <a:avLst/>
          </a:prstGeom>
        </p:spPr>
      </p:pic>
      <p:pic>
        <p:nvPicPr>
          <p:cNvPr id="26" name="Image 15" descr="preencoded.png">    </p:cNvPr>
          <p:cNvPicPr>
            <a:picLocks noChangeAspect="1"/>
          </p:cNvPicPr>
          <p:nvPr/>
        </p:nvPicPr>
        <p:blipFill>
          <a:blip r:embed="rId16"/>
          <a:srcRect l="0" r="0" t="0" b="0"/>
          <a:stretch/>
        </p:blipFill>
        <p:spPr>
          <a:xfrm>
            <a:off x="4152900" y="3509963"/>
            <a:ext cx="3195638" cy="9525"/>
          </a:xfrm>
          <a:prstGeom prst="rect">
            <a:avLst/>
          </a:prstGeom>
        </p:spPr>
      </p:pic>
      <p:pic>
        <p:nvPicPr>
          <p:cNvPr id="27" name="Image 16" descr="preencoded.png">    </p:cNvPr>
          <p:cNvPicPr>
            <a:picLocks noChangeAspect="1"/>
          </p:cNvPicPr>
          <p:nvPr/>
        </p:nvPicPr>
        <p:blipFill>
          <a:blip r:embed="rId17"/>
          <a:srcRect l="0" r="0" t="0" b="0"/>
          <a:stretch/>
        </p:blipFill>
        <p:spPr>
          <a:xfrm>
            <a:off x="4772025" y="1143000"/>
            <a:ext cx="1655815" cy="2548354"/>
          </a:xfrm>
          <a:prstGeom prst="rect">
            <a:avLst/>
          </a:prstGeom>
        </p:spPr>
      </p:pic>
      <p:sp>
        <p:nvSpPr>
          <p:cNvPr id="28" name="Text 9"/>
          <p:cNvSpPr/>
          <p:nvPr/>
        </p:nvSpPr>
        <p:spPr>
          <a:xfrm>
            <a:off x="5919788" y="2347913"/>
            <a:ext cx="1133475" cy="1162050"/>
          </a:xfrm>
          <a:prstGeom prst="ellipse">
            <a:avLst/>
          </a:prstGeom>
          <a:solidFill>
            <a:srgbClr val="FFFFFF"/>
          </a:solidFill>
          <a:ln w="18097">
            <a:solidFill>
              <a:srgbClr val="87919A"/>
            </a:solidFill>
            <a:prstDash val="dash"/>
          </a:ln>
        </p:spPr>
        <p:txBody>
          <a:bodyPr wrap="square" rtlCol="0" anchor="ctr"/>
          <a:lstStyle/>
          <a:p>
            <a:pPr indent="0" marL="0">
              <a:buNone/>
            </a:pPr>
            <a:endParaRPr lang="en-US" dirty="0"/>
          </a:p>
        </p:txBody>
      </p:sp>
      <p:pic>
        <p:nvPicPr>
          <p:cNvPr id="29" name="Image 17" descr="preencoded.png">    </p:cNvPr>
          <p:cNvPicPr>
            <a:picLocks noChangeAspect="1"/>
          </p:cNvPicPr>
          <p:nvPr/>
        </p:nvPicPr>
        <p:blipFill>
          <a:blip r:embed="rId18"/>
          <a:srcRect l="0" r="0" t="0" b="0"/>
          <a:stretch/>
        </p:blipFill>
        <p:spPr>
          <a:xfrm>
            <a:off x="4071938" y="685800"/>
            <a:ext cx="3648075" cy="3648075"/>
          </a:xfrm>
          <a:prstGeom prst="rect">
            <a:avLst/>
          </a:prstGeom>
        </p:spPr>
      </p:pic>
      <p:pic>
        <p:nvPicPr>
          <p:cNvPr id="30" name="Image 18" descr="preencoded.png">    </p:cNvPr>
          <p:cNvPicPr>
            <a:picLocks noChangeAspect="1"/>
          </p:cNvPicPr>
          <p:nvPr/>
        </p:nvPicPr>
        <p:blipFill>
          <a:blip r:embed="rId19"/>
          <a:srcRect l="0" r="0" t="NaN" b="-Infinity"/>
          <a:stretch/>
        </p:blipFill>
        <p:spPr>
          <a:xfrm>
            <a:off x="6800850" y="3057525"/>
            <a:ext cx="1047750" cy="9525"/>
          </a:xfrm>
          <a:prstGeom prst="rect">
            <a:avLst/>
          </a:prstGeom>
        </p:spPr>
      </p:pic>
      <p:pic>
        <p:nvPicPr>
          <p:cNvPr id="31" name="Image 19" descr="preencoded.png">    </p:cNvPr>
          <p:cNvPicPr>
            <a:picLocks noChangeAspect="1"/>
          </p:cNvPicPr>
          <p:nvPr/>
        </p:nvPicPr>
        <p:blipFill>
          <a:blip r:embed="rId20"/>
          <a:srcRect l="0" r="0" t="NaN" b="-Infinity"/>
          <a:stretch/>
        </p:blipFill>
        <p:spPr>
          <a:xfrm>
            <a:off x="6724650" y="3057525"/>
            <a:ext cx="152400" cy="9525"/>
          </a:xfrm>
          <a:prstGeom prst="rect">
            <a:avLst/>
          </a:prstGeom>
        </p:spPr>
      </p:pic>
      <p:sp>
        <p:nvSpPr>
          <p:cNvPr id="32" name="Shape 10"/>
          <p:cNvSpPr/>
          <p:nvPr/>
        </p:nvSpPr>
        <p:spPr>
          <a:xfrm>
            <a:off x="6724650" y="3033713"/>
            <a:ext cx="47625" cy="47625"/>
          </a:xfrm>
          <a:prstGeom prst="ellipse">
            <a:avLst/>
          </a:prstGeom>
          <a:solidFill>
            <a:srgbClr val="FFFFFF"/>
          </a:solidFill>
          <a:ln/>
        </p:spPr>
      </p:sp>
      <p:pic>
        <p:nvPicPr>
          <p:cNvPr id="33" name="Image 20" descr="preencoded.png">    </p:cNvPr>
          <p:cNvPicPr>
            <a:picLocks noChangeAspect="1"/>
          </p:cNvPicPr>
          <p:nvPr/>
        </p:nvPicPr>
        <p:blipFill>
          <a:blip r:embed="rId21"/>
          <a:srcRect l="0" r="0" t="0" b="0"/>
          <a:stretch/>
        </p:blipFill>
        <p:spPr>
          <a:xfrm>
            <a:off x="104775" y="3224213"/>
            <a:ext cx="85725" cy="104775"/>
          </a:xfrm>
          <a:prstGeom prst="rect">
            <a:avLst/>
          </a:prstGeom>
        </p:spPr>
      </p:pic>
      <p:sp>
        <p:nvSpPr>
          <p:cNvPr id="34" name="Text 11"/>
          <p:cNvSpPr/>
          <p:nvPr/>
        </p:nvSpPr>
        <p:spPr>
          <a:xfrm>
            <a:off x="223838" y="3224213"/>
            <a:ext cx="1976438" cy="162447"/>
          </a:xfrm>
          <a:prstGeom prst="rect">
            <a:avLst/>
          </a:prstGeom>
          <a:noFill/>
          <a:ln/>
        </p:spPr>
        <p:txBody>
          <a:bodyPr wrap="square" lIns="0" tIns="0" rIns="0" bIns="0" rtlCol="0" anchor="t"/>
          <a:lstStyle/>
          <a:p>
            <a:pPr algn="l" indent="0" marL="0">
              <a:lnSpc>
                <a:spcPts val="730"/>
              </a:lnSpc>
              <a:buNone/>
            </a:pPr>
            <a:r>
              <a:rPr lang="en-US" sz="534" b="1" dirty="0">
                <a:solidFill>
                  <a:srgbClr val="000000">
                    <a:alpha val="99000"/>
                  </a:srgbClr>
                </a:solidFill>
                <a:latin typeface="Manrope" pitchFamily="34" charset="0"/>
                <a:ea typeface="Manrope" pitchFamily="34" charset="-122"/>
                <a:cs typeface="Manrope" pitchFamily="34" charset="-120"/>
              </a:rPr>
              <a:t>Valeur et fiabilité</a:t>
            </a:r>
            <a:endParaRPr lang="en-US" sz="534" dirty="0"/>
          </a:p>
        </p:txBody>
      </p:sp>
      <p:pic>
        <p:nvPicPr>
          <p:cNvPr id="35" name="Image 21" descr="preencoded.png">    </p:cNvPr>
          <p:cNvPicPr>
            <a:picLocks noChangeAspect="1"/>
          </p:cNvPicPr>
          <p:nvPr/>
        </p:nvPicPr>
        <p:blipFill>
          <a:blip r:embed="rId22"/>
          <a:srcRect l="0" r="18776" t="0" b="4577"/>
          <a:stretch/>
        </p:blipFill>
        <p:spPr>
          <a:xfrm>
            <a:off x="5010150" y="3317801"/>
            <a:ext cx="83358" cy="180600"/>
          </a:xfrm>
          <a:prstGeom prst="rect">
            <a:avLst/>
          </a:prstGeom>
        </p:spPr>
      </p:pic>
      <p:sp>
        <p:nvSpPr>
          <p:cNvPr id="36" name="Text 12"/>
          <p:cNvSpPr/>
          <p:nvPr/>
        </p:nvSpPr>
        <p:spPr>
          <a:xfrm>
            <a:off x="4657725" y="3257550"/>
            <a:ext cx="809625" cy="123980"/>
          </a:xfrm>
          <a:prstGeom prst="rect">
            <a:avLst/>
          </a:prstGeom>
          <a:noFill/>
          <a:ln/>
        </p:spPr>
        <p:txBody>
          <a:bodyPr wrap="square" lIns="0" tIns="0" rIns="0" bIns="0" rtlCol="0" anchor="t"/>
          <a:lstStyle/>
          <a:p>
            <a:pPr algn="l" indent="0" marL="0">
              <a:lnSpc>
                <a:spcPts val="1228"/>
              </a:lnSpc>
              <a:buNone/>
            </a:pPr>
            <a:r>
              <a:rPr lang="en-US" sz="899" b="1" dirty="0">
                <a:solidFill>
                  <a:srgbClr val="0B162A">
                    <a:alpha val="99000"/>
                  </a:srgbClr>
                </a:solidFill>
                <a:latin typeface="Manrope" pitchFamily="34" charset="0"/>
                <a:ea typeface="Manrope" pitchFamily="34" charset="-122"/>
                <a:cs typeface="Manrope" pitchFamily="34" charset="-120"/>
              </a:rPr>
              <a:t>60°</a:t>
            </a:r>
            <a:endParaRPr lang="en-US" sz="899" dirty="0"/>
          </a:p>
        </p:txBody>
      </p:sp>
      <p:sp>
        <p:nvSpPr>
          <p:cNvPr id="37" name="Text 13"/>
          <p:cNvSpPr/>
          <p:nvPr/>
        </p:nvSpPr>
        <p:spPr>
          <a:xfrm>
            <a:off x="3343275" y="2224088"/>
            <a:ext cx="809625" cy="123980"/>
          </a:xfrm>
          <a:prstGeom prst="rect">
            <a:avLst/>
          </a:prstGeom>
          <a:noFill/>
          <a:ln/>
        </p:spPr>
        <p:txBody>
          <a:bodyPr wrap="square" lIns="0" tIns="0" rIns="0" bIns="0" rtlCol="0" anchor="t"/>
          <a:lstStyle/>
          <a:p>
            <a:pPr algn="l" indent="0" marL="0">
              <a:lnSpc>
                <a:spcPts val="1228"/>
              </a:lnSpc>
              <a:buNone/>
            </a:pPr>
            <a:r>
              <a:rPr lang="en-US" sz="899" b="1" dirty="0">
                <a:solidFill>
                  <a:srgbClr val="0B162A">
                    <a:alpha val="99000"/>
                  </a:srgbClr>
                </a:solidFill>
                <a:latin typeface="Manrope" pitchFamily="34" charset="0"/>
                <a:ea typeface="Manrope" pitchFamily="34" charset="-122"/>
                <a:cs typeface="Manrope" pitchFamily="34" charset="-120"/>
              </a:rPr>
              <a:t>1X</a:t>
            </a:r>
            <a:endParaRPr lang="en-US" sz="899" dirty="0"/>
          </a:p>
        </p:txBody>
      </p:sp>
      <p:sp>
        <p:nvSpPr>
          <p:cNvPr id="38" name="Text 14"/>
          <p:cNvSpPr/>
          <p:nvPr/>
        </p:nvSpPr>
        <p:spPr>
          <a:xfrm>
            <a:off x="5819775" y="4014788"/>
            <a:ext cx="809625" cy="123980"/>
          </a:xfrm>
          <a:prstGeom prst="rect">
            <a:avLst/>
          </a:prstGeom>
          <a:noFill/>
          <a:ln/>
        </p:spPr>
        <p:txBody>
          <a:bodyPr wrap="square" lIns="0" tIns="0" rIns="0" bIns="0" rtlCol="0" anchor="t"/>
          <a:lstStyle/>
          <a:p>
            <a:pPr algn="l" indent="0" marL="0">
              <a:lnSpc>
                <a:spcPts val="1228"/>
              </a:lnSpc>
              <a:buNone/>
            </a:pPr>
            <a:r>
              <a:rPr lang="en-US" sz="899" b="1" dirty="0">
                <a:solidFill>
                  <a:srgbClr val="0B162A">
                    <a:alpha val="99000"/>
                  </a:srgbClr>
                </a:solidFill>
                <a:latin typeface="Manrope" pitchFamily="34" charset="0"/>
                <a:ea typeface="Manrope" pitchFamily="34" charset="-122"/>
                <a:cs typeface="Manrope" pitchFamily="34" charset="-120"/>
              </a:rPr>
              <a:t>1X</a:t>
            </a:r>
            <a:endParaRPr lang="en-US" sz="899" dirty="0"/>
          </a:p>
        </p:txBody>
      </p:sp>
      <p:sp>
        <p:nvSpPr>
          <p:cNvPr id="39" name="Shape 15"/>
          <p:cNvSpPr/>
          <p:nvPr/>
        </p:nvSpPr>
        <p:spPr>
          <a:xfrm>
            <a:off x="6186488" y="1557338"/>
            <a:ext cx="47625" cy="47625"/>
          </a:xfrm>
          <a:prstGeom prst="ellipse">
            <a:avLst/>
          </a:prstGeom>
          <a:solidFill>
            <a:srgbClr val="000000"/>
          </a:solidFill>
          <a:ln/>
        </p:spPr>
      </p:sp>
      <p:pic>
        <p:nvPicPr>
          <p:cNvPr id="40" name="Image 22" descr="preencoded.png">    </p:cNvPr>
          <p:cNvPicPr>
            <a:picLocks noChangeAspect="1"/>
          </p:cNvPicPr>
          <p:nvPr/>
        </p:nvPicPr>
        <p:blipFill>
          <a:blip r:embed="rId23"/>
          <a:srcRect l="0" r="0" t="NaN" b="-Infinity"/>
          <a:stretch/>
        </p:blipFill>
        <p:spPr>
          <a:xfrm>
            <a:off x="6210300" y="1581150"/>
            <a:ext cx="1638300" cy="9525"/>
          </a:xfrm>
          <a:prstGeom prst="rect">
            <a:avLst/>
          </a:prstGeom>
        </p:spPr>
      </p:pic>
      <p:sp>
        <p:nvSpPr>
          <p:cNvPr id="41" name="Shape 16"/>
          <p:cNvSpPr/>
          <p:nvPr/>
        </p:nvSpPr>
        <p:spPr>
          <a:xfrm>
            <a:off x="5967413" y="2138363"/>
            <a:ext cx="47625" cy="47625"/>
          </a:xfrm>
          <a:prstGeom prst="ellipse">
            <a:avLst/>
          </a:prstGeom>
          <a:solidFill>
            <a:srgbClr val="FFFFFF"/>
          </a:solidFill>
          <a:ln/>
        </p:spPr>
      </p:sp>
      <p:pic>
        <p:nvPicPr>
          <p:cNvPr id="42" name="Image 23" descr="preencoded.png">    </p:cNvPr>
          <p:cNvPicPr>
            <a:picLocks noChangeAspect="1"/>
          </p:cNvPicPr>
          <p:nvPr/>
        </p:nvPicPr>
        <p:blipFill>
          <a:blip r:embed="rId24"/>
          <a:srcRect l="0" r="0" t="NaN" b="-Infinity"/>
          <a:stretch/>
        </p:blipFill>
        <p:spPr>
          <a:xfrm>
            <a:off x="6015037" y="2162175"/>
            <a:ext cx="171450" cy="9525"/>
          </a:xfrm>
          <a:prstGeom prst="rect">
            <a:avLst/>
          </a:prstGeom>
        </p:spPr>
      </p:pic>
      <p:pic>
        <p:nvPicPr>
          <p:cNvPr id="43" name="Image 24" descr="preencoded.png">    </p:cNvPr>
          <p:cNvPicPr>
            <a:picLocks noChangeAspect="1"/>
          </p:cNvPicPr>
          <p:nvPr/>
        </p:nvPicPr>
        <p:blipFill>
          <a:blip r:embed="rId25"/>
          <a:srcRect l="0" r="0" t="NaN" b="-Infinity"/>
          <a:stretch/>
        </p:blipFill>
        <p:spPr>
          <a:xfrm>
            <a:off x="6186487" y="2162175"/>
            <a:ext cx="1662113" cy="9525"/>
          </a:xfrm>
          <a:prstGeom prst="rect">
            <a:avLst/>
          </a:prstGeom>
        </p:spPr>
      </p:pic>
      <p:sp>
        <p:nvSpPr>
          <p:cNvPr id="44" name="Text 17"/>
          <p:cNvSpPr/>
          <p:nvPr/>
        </p:nvSpPr>
        <p:spPr>
          <a:xfrm>
            <a:off x="7905750" y="2109788"/>
            <a:ext cx="1109663" cy="161925"/>
          </a:xfrm>
          <a:prstGeom prst="rect">
            <a:avLst/>
          </a:prstGeom>
          <a:noFill/>
          <a:ln/>
        </p:spPr>
        <p:txBody>
          <a:bodyPr wrap="square" lIns="0" tIns="0" rIns="0" bIns="0" rtlCol="0" anchor="t"/>
          <a:lstStyle/>
          <a:p>
            <a:pPr algn="l" indent="0" marL="0">
              <a:lnSpc>
                <a:spcPts val="730"/>
              </a:lnSpc>
              <a:buNone/>
            </a:pPr>
            <a:r>
              <a:rPr lang="en-US" sz="534" b="1" dirty="0">
                <a:solidFill>
                  <a:srgbClr val="0B162A">
                    <a:alpha val="99000"/>
                  </a:srgbClr>
                </a:solidFill>
                <a:latin typeface="Manrope" pitchFamily="34" charset="0"/>
                <a:ea typeface="Manrope" pitchFamily="34" charset="-122"/>
                <a:cs typeface="Manrope" pitchFamily="34" charset="-120"/>
              </a:rPr>
              <a:t> Inclinaison à 60° </a:t>
            </a:r>
            <a:endParaRPr lang="en-US" sz="534" dirty="0"/>
          </a:p>
        </p:txBody>
      </p:sp>
      <p:sp>
        <p:nvSpPr>
          <p:cNvPr id="45" name="Text 18"/>
          <p:cNvSpPr/>
          <p:nvPr/>
        </p:nvSpPr>
        <p:spPr>
          <a:xfrm>
            <a:off x="7910512" y="3138488"/>
            <a:ext cx="1109663" cy="161925"/>
          </a:xfrm>
          <a:prstGeom prst="rect">
            <a:avLst/>
          </a:prstGeom>
          <a:noFill/>
          <a:ln/>
        </p:spPr>
        <p:txBody>
          <a:bodyPr wrap="square" lIns="0" tIns="0" rIns="0" bIns="0" rtlCol="0" anchor="t"/>
          <a:lstStyle/>
          <a:p>
            <a:pPr algn="l" indent="0" marL="0">
              <a:lnSpc>
                <a:spcPts val="584"/>
              </a:lnSpc>
              <a:buNone/>
            </a:pPr>
            <a:r>
              <a:rPr lang="en-US" sz="427" dirty="0">
                <a:solidFill>
                  <a:srgbClr val="0B162A">
                    <a:alpha val="99000"/>
                  </a:srgbClr>
                </a:solidFill>
                <a:latin typeface="Manrope" pitchFamily="34" charset="0"/>
                <a:ea typeface="Manrope" pitchFamily="34" charset="-122"/>
                <a:cs typeface="Manrope" pitchFamily="34" charset="-120"/>
              </a:rPr>
              <a:t>Pour symboliser la valeur, la précision et la construction.</a:t>
            </a:r>
            <a:endParaRPr lang="en-US" sz="427" dirty="0"/>
          </a:p>
        </p:txBody>
      </p:sp>
      <p:sp>
        <p:nvSpPr>
          <p:cNvPr id="46" name="Text 19"/>
          <p:cNvSpPr/>
          <p:nvPr/>
        </p:nvSpPr>
        <p:spPr>
          <a:xfrm>
            <a:off x="7910512" y="3014663"/>
            <a:ext cx="1976438" cy="162447"/>
          </a:xfrm>
          <a:prstGeom prst="rect">
            <a:avLst/>
          </a:prstGeom>
          <a:noFill/>
          <a:ln/>
        </p:spPr>
        <p:txBody>
          <a:bodyPr wrap="square" lIns="0" tIns="0" rIns="0" bIns="0" rtlCol="0" anchor="t"/>
          <a:lstStyle/>
          <a:p>
            <a:pPr algn="l" indent="0" marL="0">
              <a:lnSpc>
                <a:spcPts val="730"/>
              </a:lnSpc>
              <a:buNone/>
            </a:pPr>
            <a:r>
              <a:rPr lang="en-US" sz="534" b="1" dirty="0">
                <a:solidFill>
                  <a:srgbClr val="000000">
                    <a:alpha val="99000"/>
                  </a:srgbClr>
                </a:solidFill>
                <a:latin typeface="Manrope" pitchFamily="34" charset="0"/>
                <a:ea typeface="Manrope" pitchFamily="34" charset="-122"/>
                <a:cs typeface="Manrope" pitchFamily="34" charset="-120"/>
              </a:rPr>
              <a:t>Forme en goutte / Diamant</a:t>
            </a:r>
            <a:endParaRPr lang="en-US" sz="534" dirty="0"/>
          </a:p>
        </p:txBody>
      </p:sp>
      <p:sp>
        <p:nvSpPr>
          <p:cNvPr id="47" name="Text 20"/>
          <p:cNvSpPr/>
          <p:nvPr/>
        </p:nvSpPr>
        <p:spPr>
          <a:xfrm>
            <a:off x="7905750" y="1524000"/>
            <a:ext cx="1976438" cy="162447"/>
          </a:xfrm>
          <a:prstGeom prst="rect">
            <a:avLst/>
          </a:prstGeom>
          <a:noFill/>
          <a:ln/>
        </p:spPr>
        <p:txBody>
          <a:bodyPr wrap="square" lIns="0" tIns="0" rIns="0" bIns="0" rtlCol="0" anchor="t"/>
          <a:lstStyle/>
          <a:p>
            <a:pPr algn="l" indent="0" marL="0">
              <a:lnSpc>
                <a:spcPts val="730"/>
              </a:lnSpc>
              <a:buNone/>
            </a:pPr>
            <a:r>
              <a:rPr lang="en-US" sz="534" b="1" dirty="0">
                <a:solidFill>
                  <a:srgbClr val="000000">
                    <a:alpha val="99000"/>
                  </a:srgbClr>
                </a:solidFill>
                <a:latin typeface="Manrope" pitchFamily="34" charset="0"/>
                <a:ea typeface="Manrope" pitchFamily="34" charset="-122"/>
                <a:cs typeface="Manrope" pitchFamily="34" charset="-120"/>
              </a:rPr>
              <a:t>Sommet et extrémité arrondi</a:t>
            </a:r>
            <a:endParaRPr lang="en-US" sz="534"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5725" y="1376363"/>
            <a:ext cx="2052637" cy="314325"/>
          </a:xfrm>
          <a:prstGeom prst="rect">
            <a:avLst/>
          </a:prstGeom>
          <a:noFill/>
          <a:ln/>
        </p:spPr>
        <p:txBody>
          <a:bodyPr wrap="square" lIns="0" tIns="0" rIns="0" bIns="0" rtlCol="0" anchor="t"/>
          <a:lstStyle/>
          <a:p>
            <a:pPr algn="l" indent="0" marL="0">
              <a:lnSpc>
                <a:spcPts val="2379"/>
              </a:lnSpc>
              <a:buNone/>
            </a:pPr>
            <a:r>
              <a:rPr lang="en-US" sz="1742" b="1" dirty="0">
                <a:solidFill>
                  <a:srgbClr val="0B162A">
                    <a:alpha val="99000"/>
                  </a:srgbClr>
                </a:solidFill>
                <a:latin typeface="Manrope" pitchFamily="34" charset="0"/>
                <a:ea typeface="Manrope" pitchFamily="34" charset="-122"/>
                <a:cs typeface="Manrope" pitchFamily="34" charset="-120"/>
              </a:rPr>
              <a:t>LOGO </a:t>
            </a:r>
            <a:endParaRPr lang="en-US" sz="1742" dirty="0"/>
          </a:p>
          <a:p>
            <a:pPr algn="l" indent="0" marL="0">
              <a:lnSpc>
                <a:spcPts val="2379"/>
              </a:lnSpc>
              <a:buNone/>
            </a:pPr>
            <a:r>
              <a:rPr lang="en-US" sz="1742" b="1" dirty="0">
                <a:solidFill>
                  <a:srgbClr val="0B162A">
                    <a:alpha val="99000"/>
                  </a:srgbClr>
                </a:solidFill>
                <a:latin typeface="Manrope" pitchFamily="34" charset="0"/>
                <a:ea typeface="Manrope" pitchFamily="34" charset="-122"/>
                <a:cs typeface="Manrope" pitchFamily="34" charset="-120"/>
              </a:rPr>
              <a:t>PRINCIPAL</a:t>
            </a:r>
            <a:endParaRPr lang="en-US" sz="1742" dirty="0"/>
          </a:p>
        </p:txBody>
      </p:sp>
      <p:pic>
        <p:nvPicPr>
          <p:cNvPr id="3" name="Image 0" descr="preencoded.png">    </p:cNvPr>
          <p:cNvPicPr>
            <a:picLocks noChangeAspect="1"/>
          </p:cNvPicPr>
          <p:nvPr/>
        </p:nvPicPr>
        <p:blipFill>
          <a:blip r:embed="rId1"/>
          <a:srcRect l="0" r="0" t="0" b="0"/>
          <a:stretch/>
        </p:blipFill>
        <p:spPr>
          <a:xfrm>
            <a:off x="19050" y="1062038"/>
            <a:ext cx="2509865" cy="16669"/>
          </a:xfrm>
          <a:prstGeom prst="rect">
            <a:avLst/>
          </a:prstGeom>
        </p:spPr>
      </p:pic>
      <p:pic>
        <p:nvPicPr>
          <p:cNvPr id="4" name="Image 1" descr="preencoded.png">    </p:cNvPr>
          <p:cNvPicPr>
            <a:picLocks noChangeAspect="1"/>
          </p:cNvPicPr>
          <p:nvPr/>
        </p:nvPicPr>
        <p:blipFill>
          <a:blip r:embed="rId2"/>
          <a:srcRect l="0" r="-28571" t="0" b="185"/>
          <a:stretch/>
        </p:blipFill>
        <p:spPr>
          <a:xfrm>
            <a:off x="2514600" y="9525"/>
            <a:ext cx="42863" cy="5134006"/>
          </a:xfrm>
          <a:prstGeom prst="rect">
            <a:avLst/>
          </a:prstGeom>
        </p:spPr>
      </p:pic>
      <p:pic>
        <p:nvPicPr>
          <p:cNvPr id="5" name="Image 2" descr="preencoded.png">    </p:cNvPr>
          <p:cNvPicPr>
            <a:picLocks noChangeAspect="1"/>
          </p:cNvPicPr>
          <p:nvPr/>
        </p:nvPicPr>
        <p:blipFill>
          <a:blip r:embed="rId3"/>
          <a:srcRect l="0" r="0" t="0" b="0"/>
          <a:stretch/>
        </p:blipFill>
        <p:spPr>
          <a:xfrm>
            <a:off x="309563" y="9525"/>
            <a:ext cx="1404938" cy="1052513"/>
          </a:xfrm>
          <a:prstGeom prst="rect">
            <a:avLst/>
          </a:prstGeom>
        </p:spPr>
      </p:pic>
      <p:sp>
        <p:nvSpPr>
          <p:cNvPr id="6" name="Text 1"/>
          <p:cNvSpPr/>
          <p:nvPr/>
        </p:nvSpPr>
        <p:spPr>
          <a:xfrm>
            <a:off x="85725" y="2262188"/>
            <a:ext cx="1976438" cy="162447"/>
          </a:xfrm>
          <a:prstGeom prst="rect">
            <a:avLst/>
          </a:prstGeom>
          <a:noFill/>
          <a:ln/>
        </p:spPr>
        <p:txBody>
          <a:bodyPr wrap="square" lIns="0" tIns="0" rIns="0" bIns="0" rtlCol="0" anchor="t"/>
          <a:lstStyle/>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Le logo principal réunit le symbole et le logotype pour former une signature unique, moderne et mémorable.</a:t>
            </a:r>
            <a:endParaRPr lang="en-US" sz="911" dirty="0"/>
          </a:p>
        </p:txBody>
      </p:sp>
      <p:sp>
        <p:nvSpPr>
          <p:cNvPr id="7" name="Text 2"/>
          <p:cNvSpPr/>
          <p:nvPr/>
        </p:nvSpPr>
        <p:spPr>
          <a:xfrm>
            <a:off x="223838" y="4672013"/>
            <a:ext cx="2081212" cy="147638"/>
          </a:xfrm>
          <a:prstGeom prst="rect">
            <a:avLst/>
          </a:prstGeom>
          <a:noFill/>
          <a:ln/>
        </p:spPr>
        <p:txBody>
          <a:bodyPr wrap="square" lIns="0" tIns="0" rIns="0" bIns="0" rtlCol="0" anchor="t"/>
          <a:lstStyle/>
          <a:p>
            <a:pPr algn="l" indent="0" marL="0">
              <a:lnSpc>
                <a:spcPts val="730"/>
              </a:lnSpc>
              <a:buNone/>
            </a:pPr>
            <a:r>
              <a:rPr lang="en-US" sz="534" dirty="0">
                <a:solidFill>
                  <a:srgbClr val="FFFFFF">
                    <a:alpha val="99000"/>
                  </a:srgbClr>
                </a:solidFill>
                <a:latin typeface="Manrope" pitchFamily="34" charset="0"/>
                <a:ea typeface="Manrope" pitchFamily="34" charset="-122"/>
                <a:cs typeface="Manrope" pitchFamily="34" charset="-120"/>
              </a:rPr>
              <a:t>            </a:t>
            </a:r>
            <a:pPr algn="l" indent="0" marL="0">
              <a:lnSpc>
                <a:spcPts val="730"/>
              </a:lnSpc>
              <a:buNone/>
            </a:pPr>
            <a:r>
              <a:rPr lang="en-US" sz="534" dirty="0">
                <a:solidFill>
                  <a:srgbClr val="2E3B46">
                    <a:alpha val="99000"/>
                  </a:srgbClr>
                </a:solidFill>
                <a:latin typeface="Manrope" pitchFamily="34" charset="0"/>
                <a:ea typeface="Manrope" pitchFamily="34" charset="-122"/>
                <a:cs typeface="Manrope" pitchFamily="34" charset="-120"/>
              </a:rPr>
              <a:t>NOTRE IDENTITÉ. NOS VALEURS. </a:t>
            </a:r>
            <a:pPr algn="l" indent="0" marL="0">
              <a:lnSpc>
                <a:spcPts val="730"/>
              </a:lnSpc>
              <a:buNone/>
            </a:pPr>
            <a:r>
              <a:rPr lang="en-US" sz="534" dirty="0">
                <a:solidFill>
                  <a:srgbClr val="005CFF">
                    <a:alpha val="99000"/>
                  </a:srgbClr>
                </a:solidFill>
                <a:latin typeface="Manrope" pitchFamily="34" charset="0"/>
                <a:ea typeface="Manrope" pitchFamily="34" charset="-122"/>
                <a:cs typeface="Manrope" pitchFamily="34" charset="-120"/>
              </a:rPr>
              <a:t>VOTRE CONFIANCE.</a:t>
            </a:r>
            <a:pPr algn="l" indent="0" marL="0">
              <a:lnSpc>
                <a:spcPts val="730"/>
              </a:lnSpc>
              <a:buNone/>
            </a:pPr>
            <a:r>
              <a:rPr lang="en-US" sz="534" dirty="0">
                <a:solidFill>
                  <a:srgbClr val="0B162A">
                    <a:alpha val="99000"/>
                  </a:srgbClr>
                </a:solidFill>
                <a:latin typeface="Manrope" pitchFamily="34" charset="0"/>
                <a:ea typeface="Manrope" pitchFamily="34" charset="-122"/>
                <a:cs typeface="Manrope" pitchFamily="34" charset="-120"/>
              </a:rPr>
              <a:t> </a:t>
            </a:r>
            <a:pPr algn="l" indent="0" marL="0">
              <a:lnSpc>
                <a:spcPts val="730"/>
              </a:lnSpc>
              <a:buNone/>
            </a:pPr>
            <a:r>
              <a:rPr lang="en-US" sz="534" dirty="0">
                <a:solidFill>
                  <a:srgbClr val="FFFFFF">
                    <a:alpha val="99000"/>
                  </a:srgbClr>
                </a:solidFill>
                <a:latin typeface="Manrope" pitchFamily="34" charset="0"/>
                <a:ea typeface="Manrope" pitchFamily="34" charset="-122"/>
                <a:cs typeface="Manrope" pitchFamily="34" charset="-120"/>
              </a:rPr>
              <a:t>solutions simples et transparentes, centrées sur vos objectifs.</a:t>
            </a:r>
            <a:endParaRPr lang="en-US" sz="534" dirty="0"/>
          </a:p>
        </p:txBody>
      </p:sp>
      <p:pic>
        <p:nvPicPr>
          <p:cNvPr id="8" name="Image 3" descr="preencoded.png">    </p:cNvPr>
          <p:cNvPicPr>
            <a:picLocks noChangeAspect="1"/>
          </p:cNvPicPr>
          <p:nvPr/>
        </p:nvPicPr>
        <p:blipFill>
          <a:blip r:embed="rId4"/>
          <a:srcRect l="0" r="0" t="0" b="0"/>
          <a:stretch/>
        </p:blipFill>
        <p:spPr>
          <a:xfrm>
            <a:off x="90488" y="4614863"/>
            <a:ext cx="233362" cy="233362"/>
          </a:xfrm>
          <a:prstGeom prst="rect">
            <a:avLst/>
          </a:prstGeom>
        </p:spPr>
      </p:pic>
      <p:sp>
        <p:nvSpPr>
          <p:cNvPr id="9" name="Text 3"/>
          <p:cNvSpPr/>
          <p:nvPr/>
        </p:nvSpPr>
        <p:spPr>
          <a:xfrm>
            <a:off x="7348538" y="4314825"/>
            <a:ext cx="1323975" cy="471488"/>
          </a:xfrm>
          <a:prstGeom prst="rect">
            <a:avLst/>
          </a:prstGeom>
          <a:noFill/>
          <a:ln/>
        </p:spPr>
        <p:txBody>
          <a:bodyPr wrap="square" lIns="0" tIns="0" rIns="0" bIns="0" rtlCol="0" anchor="t"/>
          <a:lstStyle/>
          <a:p>
            <a:pPr algn="r" indent="0" marL="0">
              <a:lnSpc>
                <a:spcPts val="1557"/>
              </a:lnSpc>
              <a:buNone/>
            </a:pPr>
            <a:r>
              <a:rPr lang="en-US" sz="1140" dirty="0">
                <a:solidFill>
                  <a:srgbClr val="0B162A">
                    <a:alpha val="99000"/>
                  </a:srgbClr>
                </a:solidFill>
                <a:latin typeface="Manrope" pitchFamily="34" charset="0"/>
                <a:ea typeface="Manrope" pitchFamily="34" charset="-122"/>
                <a:cs typeface="Manrope" pitchFamily="34" charset="-120"/>
              </a:rPr>
              <a:t>08</a:t>
            </a:r>
            <a:pPr algn="r"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 </a:t>
            </a:r>
            <a:pPr algn="r" indent="0" marL="0">
              <a:lnSpc>
                <a:spcPts val="1557"/>
              </a:lnSpc>
              <a:buNone/>
            </a:pPr>
            <a:r>
              <a:rPr lang="en-US" sz="1140" dirty="0">
                <a:solidFill>
                  <a:srgbClr val="005CFF">
                    <a:alpha val="99000"/>
                  </a:srgbClr>
                </a:solidFill>
                <a:latin typeface="Manrope" pitchFamily="34" charset="0"/>
                <a:ea typeface="Manrope" pitchFamily="34" charset="-122"/>
                <a:cs typeface="Manrope" pitchFamily="34" charset="-120"/>
              </a:rPr>
              <a:t>/</a:t>
            </a:r>
            <a:pPr algn="r"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 </a:t>
            </a:r>
            <a:pPr algn="r" indent="0" marL="0">
              <a:lnSpc>
                <a:spcPts val="1557"/>
              </a:lnSpc>
              <a:buNone/>
            </a:pPr>
            <a:r>
              <a:rPr lang="en-US" sz="1140" dirty="0">
                <a:solidFill>
                  <a:srgbClr val="0B162A">
                    <a:alpha val="99000"/>
                  </a:srgbClr>
                </a:solidFill>
                <a:latin typeface="Manrope" pitchFamily="34" charset="0"/>
                <a:ea typeface="Manrope" pitchFamily="34" charset="-122"/>
                <a:cs typeface="Manrope" pitchFamily="34" charset="-120"/>
              </a:rPr>
              <a:t>22</a:t>
            </a:r>
            <a:endParaRPr lang="en-US" sz="1140" dirty="0"/>
          </a:p>
        </p:txBody>
      </p:sp>
      <p:pic>
        <p:nvPicPr>
          <p:cNvPr id="10" name="Image 4" descr="preencoded.png">    </p:cNvPr>
          <p:cNvPicPr>
            <a:picLocks noChangeAspect="1"/>
          </p:cNvPicPr>
          <p:nvPr/>
        </p:nvPicPr>
        <p:blipFill>
          <a:blip r:embed="rId5"/>
          <a:srcRect l="0" r="0" t="0" b="0"/>
          <a:stretch/>
        </p:blipFill>
        <p:spPr>
          <a:xfrm>
            <a:off x="90488" y="2090738"/>
            <a:ext cx="492919" cy="38100"/>
          </a:xfrm>
          <a:prstGeom prst="rect">
            <a:avLst/>
          </a:prstGeom>
        </p:spPr>
      </p:pic>
      <p:sp>
        <p:nvSpPr>
          <p:cNvPr id="11" name="Text 4"/>
          <p:cNvSpPr/>
          <p:nvPr/>
        </p:nvSpPr>
        <p:spPr>
          <a:xfrm>
            <a:off x="90488" y="3009900"/>
            <a:ext cx="1976438" cy="162447"/>
          </a:xfrm>
          <a:prstGeom prst="rect">
            <a:avLst/>
          </a:prstGeom>
          <a:noFill/>
          <a:ln/>
        </p:spPr>
        <p:txBody>
          <a:bodyPr wrap="square" lIns="0" tIns="0" rIns="0" bIns="0" rtlCol="0" anchor="t"/>
          <a:lstStyle/>
          <a:p>
            <a:pPr algn="l" indent="0" marL="0">
              <a:lnSpc>
                <a:spcPts val="730"/>
              </a:lnSpc>
              <a:buNone/>
            </a:pPr>
            <a:r>
              <a:rPr lang="en-US" sz="534" dirty="0">
                <a:solidFill>
                  <a:srgbClr val="0B162A">
                    <a:alpha val="99000"/>
                  </a:srgbClr>
                </a:solidFill>
                <a:latin typeface="Manrope" pitchFamily="34" charset="0"/>
                <a:ea typeface="Manrope" pitchFamily="34" charset="-122"/>
                <a:cs typeface="Manrope" pitchFamily="34" charset="-120"/>
              </a:rPr>
              <a:t>Cette combinaison assure une reconnaissance immédiate de la marque et renforce son positionnement.</a:t>
            </a:r>
            <a:endParaRPr lang="en-US" sz="534" dirty="0"/>
          </a:p>
        </p:txBody>
      </p:sp>
      <p:sp>
        <p:nvSpPr>
          <p:cNvPr id="12" name="Text 5"/>
          <p:cNvSpPr/>
          <p:nvPr/>
        </p:nvSpPr>
        <p:spPr>
          <a:xfrm>
            <a:off x="90488" y="3371850"/>
            <a:ext cx="1976438" cy="162447"/>
          </a:xfrm>
          <a:prstGeom prst="rect">
            <a:avLst/>
          </a:prstGeom>
          <a:noFill/>
          <a:ln/>
        </p:spPr>
        <p:txBody>
          <a:bodyPr wrap="square" lIns="0" tIns="0" rIns="0" bIns="0" rtlCol="0" anchor="t"/>
          <a:lstStyle/>
          <a:p>
            <a:pPr algn="l" indent="0" marL="0">
              <a:lnSpc>
                <a:spcPts val="730"/>
              </a:lnSpc>
              <a:buNone/>
            </a:pPr>
            <a:r>
              <a:rPr lang="en-US" sz="534" dirty="0">
                <a:solidFill>
                  <a:srgbClr val="0B162A">
                    <a:alpha val="99000"/>
                  </a:srgbClr>
                </a:solidFill>
                <a:latin typeface="Manrope" pitchFamily="34" charset="0"/>
                <a:ea typeface="Manrope" pitchFamily="34" charset="-122"/>
                <a:cs typeface="Manrope" pitchFamily="34" charset="-120"/>
              </a:rPr>
              <a:t>la version principale avec couleur doit être priviligié pour les canaux de communications généralise de l’entreprise comme le site web de la boite ou ses réseaux sociaux et la version principale sans couleur doit être privilégié dans toutes les communications institutionnelles physiques (lettres, documents administratifs, enveloppes) et sur leurs équivalents digitaux.</a:t>
            </a:r>
            <a:endParaRPr lang="en-US" sz="534" dirty="0"/>
          </a:p>
        </p:txBody>
      </p:sp>
      <p:pic>
        <p:nvPicPr>
          <p:cNvPr id="13" name="Image 5" descr="preencoded.png">    </p:cNvPr>
          <p:cNvPicPr>
            <a:picLocks noChangeAspect="1"/>
          </p:cNvPicPr>
          <p:nvPr/>
        </p:nvPicPr>
        <p:blipFill>
          <a:blip r:embed="rId6"/>
          <a:srcRect l="0" r="0" t="0" b="0"/>
          <a:stretch/>
        </p:blipFill>
        <p:spPr>
          <a:xfrm>
            <a:off x="2547938" y="2724150"/>
            <a:ext cx="5653088" cy="2290763"/>
          </a:xfrm>
          <a:prstGeom prst="rect">
            <a:avLst/>
          </a:prstGeom>
        </p:spPr>
      </p:pic>
      <p:sp>
        <p:nvSpPr>
          <p:cNvPr id="14" name="Text 6"/>
          <p:cNvSpPr/>
          <p:nvPr/>
        </p:nvSpPr>
        <p:spPr>
          <a:xfrm>
            <a:off x="3014663" y="2809875"/>
            <a:ext cx="2443163" cy="161925"/>
          </a:xfrm>
          <a:prstGeom prst="rect">
            <a:avLst/>
          </a:prstGeom>
          <a:noFill/>
          <a:ln/>
        </p:spPr>
        <p:txBody>
          <a:bodyPr wrap="square" lIns="0" tIns="0" rIns="0" bIns="0" rtlCol="0" anchor="t"/>
          <a:lstStyle/>
          <a:p>
            <a:pPr algn="l" indent="0" marL="0">
              <a:lnSpc>
                <a:spcPts val="1245"/>
              </a:lnSpc>
              <a:buNone/>
            </a:pPr>
            <a:r>
              <a:rPr lang="en-US" sz="911" b="1" dirty="0">
                <a:solidFill>
                  <a:srgbClr val="1265FF">
                    <a:alpha val="99000"/>
                  </a:srgbClr>
                </a:solidFill>
                <a:latin typeface="Manrope" pitchFamily="34" charset="0"/>
                <a:ea typeface="Manrope" pitchFamily="34" charset="-122"/>
                <a:cs typeface="Manrope" pitchFamily="34" charset="-120"/>
              </a:rPr>
              <a:t>VERSION PRINCIPALE SANS COULEUR</a:t>
            </a:r>
            <a:endParaRPr lang="en-US" sz="911" dirty="0"/>
          </a:p>
        </p:txBody>
      </p:sp>
      <p:sp>
        <p:nvSpPr>
          <p:cNvPr id="15" name="Text 7"/>
          <p:cNvSpPr/>
          <p:nvPr/>
        </p:nvSpPr>
        <p:spPr>
          <a:xfrm>
            <a:off x="3014663" y="376238"/>
            <a:ext cx="2362200" cy="161925"/>
          </a:xfrm>
          <a:prstGeom prst="rect">
            <a:avLst/>
          </a:prstGeom>
          <a:noFill/>
          <a:ln/>
        </p:spPr>
        <p:txBody>
          <a:bodyPr wrap="square" lIns="0" tIns="0" rIns="0" bIns="0" rtlCol="0" anchor="t"/>
          <a:lstStyle/>
          <a:p>
            <a:pPr algn="l" indent="0" marL="0">
              <a:lnSpc>
                <a:spcPts val="1245"/>
              </a:lnSpc>
              <a:buNone/>
            </a:pPr>
            <a:r>
              <a:rPr lang="en-US" sz="911" b="1" dirty="0">
                <a:solidFill>
                  <a:srgbClr val="1265FF">
                    <a:alpha val="99000"/>
                  </a:srgbClr>
                </a:solidFill>
                <a:latin typeface="Manrope" pitchFamily="34" charset="0"/>
                <a:ea typeface="Manrope" pitchFamily="34" charset="-122"/>
                <a:cs typeface="Manrope" pitchFamily="34" charset="-120"/>
              </a:rPr>
              <a:t>VERSION PRINCIPALE AVEC COULEUR</a:t>
            </a:r>
            <a:endParaRPr lang="en-US" sz="911" dirty="0"/>
          </a:p>
        </p:txBody>
      </p:sp>
      <p:pic>
        <p:nvPicPr>
          <p:cNvPr id="16" name="Image 6" descr="preencoded.png">    </p:cNvPr>
          <p:cNvPicPr>
            <a:picLocks noChangeAspect="1"/>
          </p:cNvPicPr>
          <p:nvPr/>
        </p:nvPicPr>
        <p:blipFill>
          <a:blip r:embed="rId7"/>
          <a:srcRect l="0" r="0" t="0" b="0"/>
          <a:stretch/>
        </p:blipFill>
        <p:spPr>
          <a:xfrm>
            <a:off x="3067050" y="381000"/>
            <a:ext cx="4614863" cy="26193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5725" y="1376363"/>
            <a:ext cx="2052637" cy="314325"/>
          </a:xfrm>
          <a:prstGeom prst="rect">
            <a:avLst/>
          </a:prstGeom>
          <a:noFill/>
          <a:ln/>
        </p:spPr>
        <p:txBody>
          <a:bodyPr wrap="square" lIns="0" tIns="0" rIns="0" bIns="0" rtlCol="0" anchor="t"/>
          <a:lstStyle/>
          <a:p>
            <a:pPr algn="l" indent="0" marL="0">
              <a:lnSpc>
                <a:spcPts val="2379"/>
              </a:lnSpc>
              <a:buNone/>
            </a:pPr>
            <a:r>
              <a:rPr lang="en-US" sz="1742" b="1" dirty="0">
                <a:solidFill>
                  <a:srgbClr val="0B162A">
                    <a:alpha val="99000"/>
                  </a:srgbClr>
                </a:solidFill>
                <a:latin typeface="Manrope" pitchFamily="34" charset="0"/>
                <a:ea typeface="Manrope" pitchFamily="34" charset="-122"/>
                <a:cs typeface="Manrope" pitchFamily="34" charset="-120"/>
              </a:rPr>
              <a:t>LOGO </a:t>
            </a:r>
            <a:endParaRPr lang="en-US" sz="1742" dirty="0"/>
          </a:p>
          <a:p>
            <a:pPr algn="l" indent="0" marL="0">
              <a:lnSpc>
                <a:spcPts val="2379"/>
              </a:lnSpc>
              <a:buNone/>
            </a:pPr>
            <a:r>
              <a:rPr lang="en-US" sz="1742" b="1" dirty="0">
                <a:solidFill>
                  <a:srgbClr val="0B162A">
                    <a:alpha val="99000"/>
                  </a:srgbClr>
                </a:solidFill>
                <a:latin typeface="Manrope" pitchFamily="34" charset="0"/>
                <a:ea typeface="Manrope" pitchFamily="34" charset="-122"/>
                <a:cs typeface="Manrope" pitchFamily="34" charset="-120"/>
              </a:rPr>
              <a:t>SECONDAIRE</a:t>
            </a:r>
            <a:endParaRPr lang="en-US" sz="1742" dirty="0"/>
          </a:p>
        </p:txBody>
      </p:sp>
      <p:pic>
        <p:nvPicPr>
          <p:cNvPr id="3" name="Image 0" descr="preencoded.png">    </p:cNvPr>
          <p:cNvPicPr>
            <a:picLocks noChangeAspect="1"/>
          </p:cNvPicPr>
          <p:nvPr/>
        </p:nvPicPr>
        <p:blipFill>
          <a:blip r:embed="rId1"/>
          <a:srcRect l="0" r="0" t="0" b="0"/>
          <a:stretch/>
        </p:blipFill>
        <p:spPr>
          <a:xfrm>
            <a:off x="19050" y="1062038"/>
            <a:ext cx="2509856" cy="16669"/>
          </a:xfrm>
          <a:prstGeom prst="rect">
            <a:avLst/>
          </a:prstGeom>
        </p:spPr>
      </p:pic>
      <p:pic>
        <p:nvPicPr>
          <p:cNvPr id="4" name="Image 1" descr="preencoded.png">    </p:cNvPr>
          <p:cNvPicPr>
            <a:picLocks noChangeAspect="1"/>
          </p:cNvPicPr>
          <p:nvPr/>
        </p:nvPicPr>
        <p:blipFill>
          <a:blip r:embed="rId2"/>
          <a:srcRect l="0" r="-28571" t="0" b="185"/>
          <a:stretch/>
        </p:blipFill>
        <p:spPr>
          <a:xfrm>
            <a:off x="2514600" y="9525"/>
            <a:ext cx="42863" cy="5134006"/>
          </a:xfrm>
          <a:prstGeom prst="rect">
            <a:avLst/>
          </a:prstGeom>
        </p:spPr>
      </p:pic>
      <p:pic>
        <p:nvPicPr>
          <p:cNvPr id="5" name="Image 2" descr="preencoded.png">    </p:cNvPr>
          <p:cNvPicPr>
            <a:picLocks noChangeAspect="1"/>
          </p:cNvPicPr>
          <p:nvPr/>
        </p:nvPicPr>
        <p:blipFill>
          <a:blip r:embed="rId3"/>
          <a:srcRect l="0" r="0" t="0" b="0"/>
          <a:stretch/>
        </p:blipFill>
        <p:spPr>
          <a:xfrm>
            <a:off x="309563" y="9525"/>
            <a:ext cx="1404938" cy="1052513"/>
          </a:xfrm>
          <a:prstGeom prst="rect">
            <a:avLst/>
          </a:prstGeom>
        </p:spPr>
      </p:pic>
      <p:sp>
        <p:nvSpPr>
          <p:cNvPr id="6" name="Text 1"/>
          <p:cNvSpPr/>
          <p:nvPr/>
        </p:nvSpPr>
        <p:spPr>
          <a:xfrm>
            <a:off x="85725" y="2262188"/>
            <a:ext cx="1976438" cy="162447"/>
          </a:xfrm>
          <a:prstGeom prst="rect">
            <a:avLst/>
          </a:prstGeom>
          <a:noFill/>
          <a:ln/>
        </p:spPr>
        <p:txBody>
          <a:bodyPr wrap="square" lIns="0" tIns="0" rIns="0" bIns="0" rtlCol="0" anchor="t"/>
          <a:lstStyle/>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Cette sections présente les version secondaires du logo ALT. Ces déclinaisons . permettent une utilisation flexible tout en maintenant la cohérence et la reconnaissance de la marque dans plusieurs contextes différents</a:t>
            </a:r>
            <a:endParaRPr lang="en-US" sz="911" dirty="0"/>
          </a:p>
        </p:txBody>
      </p:sp>
      <p:sp>
        <p:nvSpPr>
          <p:cNvPr id="7" name="Text 2"/>
          <p:cNvSpPr/>
          <p:nvPr/>
        </p:nvSpPr>
        <p:spPr>
          <a:xfrm>
            <a:off x="223838" y="4672013"/>
            <a:ext cx="2081212" cy="147638"/>
          </a:xfrm>
          <a:prstGeom prst="rect">
            <a:avLst/>
          </a:prstGeom>
          <a:noFill/>
          <a:ln/>
        </p:spPr>
        <p:txBody>
          <a:bodyPr wrap="square" lIns="0" tIns="0" rIns="0" bIns="0" rtlCol="0" anchor="t"/>
          <a:lstStyle/>
          <a:p>
            <a:pPr algn="l" indent="0" marL="0">
              <a:lnSpc>
                <a:spcPts val="730"/>
              </a:lnSpc>
              <a:buNone/>
            </a:pPr>
            <a:r>
              <a:rPr lang="en-US" sz="534" dirty="0">
                <a:solidFill>
                  <a:srgbClr val="FFFFFF">
                    <a:alpha val="99000"/>
                  </a:srgbClr>
                </a:solidFill>
                <a:latin typeface="Manrope" pitchFamily="34" charset="0"/>
                <a:ea typeface="Manrope" pitchFamily="34" charset="-122"/>
                <a:cs typeface="Manrope" pitchFamily="34" charset="-120"/>
              </a:rPr>
              <a:t>            </a:t>
            </a:r>
            <a:pPr algn="l" indent="0" marL="0">
              <a:lnSpc>
                <a:spcPts val="730"/>
              </a:lnSpc>
              <a:buNone/>
            </a:pPr>
            <a:r>
              <a:rPr lang="en-US" sz="534" dirty="0">
                <a:solidFill>
                  <a:srgbClr val="2E3B46">
                    <a:alpha val="99000"/>
                  </a:srgbClr>
                </a:solidFill>
                <a:latin typeface="Manrope" pitchFamily="34" charset="0"/>
                <a:ea typeface="Manrope" pitchFamily="34" charset="-122"/>
                <a:cs typeface="Manrope" pitchFamily="34" charset="-120"/>
              </a:rPr>
              <a:t>NOTRE IDENTITÉ. NOS VALEURS. </a:t>
            </a:r>
            <a:pPr algn="l" indent="0" marL="0">
              <a:lnSpc>
                <a:spcPts val="730"/>
              </a:lnSpc>
              <a:buNone/>
            </a:pPr>
            <a:r>
              <a:rPr lang="en-US" sz="534" dirty="0">
                <a:solidFill>
                  <a:srgbClr val="005CFF">
                    <a:alpha val="99000"/>
                  </a:srgbClr>
                </a:solidFill>
                <a:latin typeface="Manrope" pitchFamily="34" charset="0"/>
                <a:ea typeface="Manrope" pitchFamily="34" charset="-122"/>
                <a:cs typeface="Manrope" pitchFamily="34" charset="-120"/>
              </a:rPr>
              <a:t>VOTRE CONFIANCE.</a:t>
            </a:r>
            <a:pPr algn="l" indent="0" marL="0">
              <a:lnSpc>
                <a:spcPts val="730"/>
              </a:lnSpc>
              <a:buNone/>
            </a:pPr>
            <a:r>
              <a:rPr lang="en-US" sz="534" dirty="0">
                <a:solidFill>
                  <a:srgbClr val="0B162A">
                    <a:alpha val="99000"/>
                  </a:srgbClr>
                </a:solidFill>
                <a:latin typeface="Manrope" pitchFamily="34" charset="0"/>
                <a:ea typeface="Manrope" pitchFamily="34" charset="-122"/>
                <a:cs typeface="Manrope" pitchFamily="34" charset="-120"/>
              </a:rPr>
              <a:t> </a:t>
            </a:r>
            <a:pPr algn="l" indent="0" marL="0">
              <a:lnSpc>
                <a:spcPts val="730"/>
              </a:lnSpc>
              <a:buNone/>
            </a:pPr>
            <a:r>
              <a:rPr lang="en-US" sz="534" dirty="0">
                <a:solidFill>
                  <a:srgbClr val="FFFFFF">
                    <a:alpha val="99000"/>
                  </a:srgbClr>
                </a:solidFill>
                <a:latin typeface="Manrope" pitchFamily="34" charset="0"/>
                <a:ea typeface="Manrope" pitchFamily="34" charset="-122"/>
                <a:cs typeface="Manrope" pitchFamily="34" charset="-120"/>
              </a:rPr>
              <a:t>solutions simples et transparentes, centrées sur vos objectifs.</a:t>
            </a:r>
            <a:endParaRPr lang="en-US" sz="534" dirty="0"/>
          </a:p>
        </p:txBody>
      </p:sp>
      <p:pic>
        <p:nvPicPr>
          <p:cNvPr id="8" name="Image 3" descr="preencoded.png">    </p:cNvPr>
          <p:cNvPicPr>
            <a:picLocks noChangeAspect="1"/>
          </p:cNvPicPr>
          <p:nvPr/>
        </p:nvPicPr>
        <p:blipFill>
          <a:blip r:embed="rId4"/>
          <a:srcRect l="0" r="0" t="0" b="0"/>
          <a:stretch/>
        </p:blipFill>
        <p:spPr>
          <a:xfrm>
            <a:off x="90488" y="4614863"/>
            <a:ext cx="233362" cy="233362"/>
          </a:xfrm>
          <a:prstGeom prst="rect">
            <a:avLst/>
          </a:prstGeom>
        </p:spPr>
      </p:pic>
      <p:sp>
        <p:nvSpPr>
          <p:cNvPr id="9" name="Text 3"/>
          <p:cNvSpPr/>
          <p:nvPr/>
        </p:nvSpPr>
        <p:spPr>
          <a:xfrm>
            <a:off x="7348538" y="4314825"/>
            <a:ext cx="1323975" cy="471488"/>
          </a:xfrm>
          <a:prstGeom prst="rect">
            <a:avLst/>
          </a:prstGeom>
          <a:noFill/>
          <a:ln/>
        </p:spPr>
        <p:txBody>
          <a:bodyPr wrap="square" lIns="0" tIns="0" rIns="0" bIns="0" rtlCol="0" anchor="t"/>
          <a:lstStyle/>
          <a:p>
            <a:pPr algn="r" indent="0" marL="0">
              <a:lnSpc>
                <a:spcPts val="1557"/>
              </a:lnSpc>
              <a:buNone/>
            </a:pPr>
            <a:r>
              <a:rPr lang="en-US" sz="1140" dirty="0">
                <a:solidFill>
                  <a:srgbClr val="0B162A">
                    <a:alpha val="99000"/>
                  </a:srgbClr>
                </a:solidFill>
                <a:latin typeface="Manrope" pitchFamily="34" charset="0"/>
                <a:ea typeface="Manrope" pitchFamily="34" charset="-122"/>
                <a:cs typeface="Manrope" pitchFamily="34" charset="-120"/>
              </a:rPr>
              <a:t>09</a:t>
            </a:r>
            <a:pPr algn="r" indent="0" marL="0">
              <a:lnSpc>
                <a:spcPts val="1557"/>
              </a:lnSpc>
              <a:buNone/>
            </a:pPr>
            <a:r>
              <a:rPr lang="en-US" sz="1140" dirty="0">
                <a:solidFill>
                  <a:srgbClr val="005CFF">
                    <a:alpha val="99000"/>
                  </a:srgbClr>
                </a:solidFill>
                <a:latin typeface="Manrope" pitchFamily="34" charset="0"/>
                <a:ea typeface="Manrope" pitchFamily="34" charset="-122"/>
                <a:cs typeface="Manrope" pitchFamily="34" charset="-120"/>
              </a:rPr>
              <a:t>/</a:t>
            </a:r>
            <a:pPr algn="r"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 </a:t>
            </a:r>
            <a:pPr algn="r" indent="0" marL="0">
              <a:lnSpc>
                <a:spcPts val="1557"/>
              </a:lnSpc>
              <a:buNone/>
            </a:pPr>
            <a:r>
              <a:rPr lang="en-US" sz="1140" dirty="0">
                <a:solidFill>
                  <a:srgbClr val="0B162A">
                    <a:alpha val="99000"/>
                  </a:srgbClr>
                </a:solidFill>
                <a:latin typeface="Manrope" pitchFamily="34" charset="0"/>
                <a:ea typeface="Manrope" pitchFamily="34" charset="-122"/>
                <a:cs typeface="Manrope" pitchFamily="34" charset="-120"/>
              </a:rPr>
              <a:t>22</a:t>
            </a:r>
            <a:endParaRPr lang="en-US" sz="1140" dirty="0"/>
          </a:p>
        </p:txBody>
      </p:sp>
      <p:pic>
        <p:nvPicPr>
          <p:cNvPr id="10" name="Image 4" descr="preencoded.png">    </p:cNvPr>
          <p:cNvPicPr>
            <a:picLocks noChangeAspect="1"/>
          </p:cNvPicPr>
          <p:nvPr/>
        </p:nvPicPr>
        <p:blipFill>
          <a:blip r:embed="rId5"/>
          <a:srcRect l="0" r="0" t="0" b="0"/>
          <a:stretch/>
        </p:blipFill>
        <p:spPr>
          <a:xfrm>
            <a:off x="90488" y="2090738"/>
            <a:ext cx="492919" cy="38100"/>
          </a:xfrm>
          <a:prstGeom prst="rect">
            <a:avLst/>
          </a:prstGeom>
        </p:spPr>
      </p:pic>
      <p:sp>
        <p:nvSpPr>
          <p:cNvPr id="11" name="Text 4"/>
          <p:cNvSpPr/>
          <p:nvPr/>
        </p:nvSpPr>
        <p:spPr>
          <a:xfrm>
            <a:off x="3124200" y="2343150"/>
            <a:ext cx="1557338" cy="161925"/>
          </a:xfrm>
          <a:prstGeom prst="rect">
            <a:avLst/>
          </a:prstGeom>
          <a:noFill/>
          <a:ln/>
        </p:spPr>
        <p:txBody>
          <a:bodyPr wrap="square" lIns="0" tIns="0" rIns="0" bIns="0" rtlCol="0" anchor="t"/>
          <a:lstStyle/>
          <a:p>
            <a:pPr algn="l" indent="0" marL="0">
              <a:lnSpc>
                <a:spcPts val="1245"/>
              </a:lnSpc>
              <a:buNone/>
            </a:pPr>
            <a:r>
              <a:rPr lang="en-US" sz="911" b="1" dirty="0">
                <a:solidFill>
                  <a:srgbClr val="1265FF">
                    <a:alpha val="99000"/>
                  </a:srgbClr>
                </a:solidFill>
                <a:latin typeface="Manrope" pitchFamily="34" charset="0"/>
                <a:ea typeface="Manrope" pitchFamily="34" charset="-122"/>
                <a:cs typeface="Manrope" pitchFamily="34" charset="-120"/>
              </a:rPr>
              <a:t>AFFICHAGE ALTERNATIF</a:t>
            </a:r>
            <a:endParaRPr lang="en-US" sz="911" dirty="0"/>
          </a:p>
        </p:txBody>
      </p:sp>
      <p:sp>
        <p:nvSpPr>
          <p:cNvPr id="12" name="Text 5"/>
          <p:cNvSpPr/>
          <p:nvPr/>
        </p:nvSpPr>
        <p:spPr>
          <a:xfrm>
            <a:off x="114300" y="3629025"/>
            <a:ext cx="1976438" cy="162447"/>
          </a:xfrm>
          <a:prstGeom prst="rect">
            <a:avLst/>
          </a:prstGeom>
          <a:noFill/>
          <a:ln/>
        </p:spPr>
        <p:txBody>
          <a:bodyPr wrap="square" lIns="0" tIns="0" rIns="0" bIns="0" rtlCol="0" anchor="t"/>
          <a:lstStyle/>
          <a:p>
            <a:pPr algn="l" indent="0" marL="0">
              <a:lnSpc>
                <a:spcPts val="730"/>
              </a:lnSpc>
              <a:buNone/>
            </a:pPr>
            <a:r>
              <a:rPr lang="en-US" sz="534" dirty="0">
                <a:solidFill>
                  <a:srgbClr val="0B162A">
                    <a:alpha val="99000"/>
                  </a:srgbClr>
                </a:solidFill>
                <a:latin typeface="Manrope" pitchFamily="34" charset="0"/>
                <a:ea typeface="Manrope" pitchFamily="34" charset="-122"/>
                <a:cs typeface="Manrope" pitchFamily="34" charset="-120"/>
              </a:rPr>
              <a:t>Ces icônes permettent de garantir une reconnaissance instantanée de la marque ALT quel que soit le support ou la taille d’affichage.</a:t>
            </a:r>
            <a:endParaRPr lang="en-US" sz="534" dirty="0"/>
          </a:p>
        </p:txBody>
      </p:sp>
      <p:sp>
        <p:nvSpPr>
          <p:cNvPr id="13" name="Text 6"/>
          <p:cNvSpPr/>
          <p:nvPr/>
        </p:nvSpPr>
        <p:spPr>
          <a:xfrm>
            <a:off x="3124200" y="285750"/>
            <a:ext cx="1557338" cy="161925"/>
          </a:xfrm>
          <a:prstGeom prst="rect">
            <a:avLst/>
          </a:prstGeom>
          <a:noFill/>
          <a:ln/>
        </p:spPr>
        <p:txBody>
          <a:bodyPr wrap="square" lIns="0" tIns="0" rIns="0" bIns="0" rtlCol="0" anchor="t"/>
          <a:lstStyle/>
          <a:p>
            <a:pPr algn="l" indent="0" marL="0">
              <a:lnSpc>
                <a:spcPts val="1245"/>
              </a:lnSpc>
              <a:buNone/>
            </a:pPr>
            <a:r>
              <a:rPr lang="en-US" sz="911" b="1" dirty="0">
                <a:solidFill>
                  <a:srgbClr val="1265FF">
                    <a:alpha val="99000"/>
                  </a:srgbClr>
                </a:solidFill>
                <a:latin typeface="Manrope" pitchFamily="34" charset="0"/>
                <a:ea typeface="Manrope" pitchFamily="34" charset="-122"/>
                <a:cs typeface="Manrope" pitchFamily="34" charset="-120"/>
              </a:rPr>
              <a:t>VERSION ALTERNATIVE</a:t>
            </a:r>
            <a:endParaRPr lang="en-US" sz="911" dirty="0"/>
          </a:p>
        </p:txBody>
      </p:sp>
      <p:pic>
        <p:nvPicPr>
          <p:cNvPr id="14" name="Image 5" descr="preencoded.png">    </p:cNvPr>
          <p:cNvPicPr>
            <a:picLocks noChangeAspect="1"/>
          </p:cNvPicPr>
          <p:nvPr/>
        </p:nvPicPr>
        <p:blipFill>
          <a:blip r:embed="rId6"/>
          <a:srcRect l="0" r="0" t="0" b="0"/>
          <a:stretch/>
        </p:blipFill>
        <p:spPr>
          <a:xfrm>
            <a:off x="6757988" y="657225"/>
            <a:ext cx="1585913" cy="1585913"/>
          </a:xfrm>
          <a:prstGeom prst="rect">
            <a:avLst/>
          </a:prstGeom>
        </p:spPr>
      </p:pic>
      <p:pic>
        <p:nvPicPr>
          <p:cNvPr id="15" name="Image 6" descr="preencoded.png">    </p:cNvPr>
          <p:cNvPicPr>
            <a:picLocks noChangeAspect="1"/>
          </p:cNvPicPr>
          <p:nvPr/>
        </p:nvPicPr>
        <p:blipFill>
          <a:blip r:embed="rId7"/>
          <a:srcRect l="0" r="0" t="0" b="0"/>
          <a:stretch/>
        </p:blipFill>
        <p:spPr>
          <a:xfrm>
            <a:off x="2019300" y="823913"/>
            <a:ext cx="3771900" cy="1257300"/>
          </a:xfrm>
          <a:prstGeom prst="rect">
            <a:avLst/>
          </a:prstGeom>
        </p:spPr>
      </p:pic>
      <p:pic>
        <p:nvPicPr>
          <p:cNvPr id="16" name="Image 7" descr="preencoded.png">    </p:cNvPr>
          <p:cNvPicPr>
            <a:picLocks noChangeAspect="1"/>
          </p:cNvPicPr>
          <p:nvPr/>
        </p:nvPicPr>
        <p:blipFill>
          <a:blip r:embed="rId8"/>
          <a:srcRect l="0" r="0" t="0" b="0"/>
          <a:stretch/>
        </p:blipFill>
        <p:spPr>
          <a:xfrm>
            <a:off x="5876925" y="947737"/>
            <a:ext cx="9525" cy="1014413"/>
          </a:xfrm>
          <a:prstGeom prst="rect">
            <a:avLst/>
          </a:prstGeom>
        </p:spPr>
      </p:pic>
      <p:pic>
        <p:nvPicPr>
          <p:cNvPr id="17" name="Image 8" descr="preencoded.png">    </p:cNvPr>
          <p:cNvPicPr>
            <a:picLocks noChangeAspect="1"/>
          </p:cNvPicPr>
          <p:nvPr/>
        </p:nvPicPr>
        <p:blipFill>
          <a:blip r:embed="rId9"/>
          <a:srcRect l="0" r="0" t="0" b="0"/>
          <a:stretch/>
        </p:blipFill>
        <p:spPr>
          <a:xfrm>
            <a:off x="3629025" y="2719388"/>
            <a:ext cx="3943350" cy="1071563"/>
          </a:xfrm>
          <a:prstGeom prst="rect">
            <a:avLst/>
          </a:prstGeom>
        </p:spPr>
      </p:pic>
      <p:sp>
        <p:nvSpPr>
          <p:cNvPr id="18" name="Text 7"/>
          <p:cNvSpPr/>
          <p:nvPr/>
        </p:nvSpPr>
        <p:spPr>
          <a:xfrm>
            <a:off x="5995988" y="657225"/>
            <a:ext cx="1557338" cy="161925"/>
          </a:xfrm>
          <a:prstGeom prst="rect">
            <a:avLst/>
          </a:prstGeom>
          <a:noFill/>
          <a:ln/>
        </p:spPr>
        <p:txBody>
          <a:bodyPr wrap="square" lIns="0" tIns="0" rIns="0" bIns="0" rtlCol="0" anchor="t"/>
          <a:lstStyle/>
          <a:p>
            <a:pPr algn="l" indent="0" marL="0">
              <a:lnSpc>
                <a:spcPts val="1245"/>
              </a:lnSpc>
              <a:buNone/>
            </a:pPr>
            <a:r>
              <a:rPr lang="en-US" sz="911" b="1" dirty="0">
                <a:solidFill>
                  <a:srgbClr val="1265FF">
                    <a:alpha val="99000"/>
                  </a:srgbClr>
                </a:solidFill>
                <a:latin typeface="Manrope" pitchFamily="34" charset="0"/>
                <a:ea typeface="Manrope" pitchFamily="34" charset="-122"/>
                <a:cs typeface="Manrope" pitchFamily="34" charset="-120"/>
              </a:rPr>
              <a:t>Symbole seul</a:t>
            </a:r>
            <a:endParaRPr lang="en-US" sz="911" dirty="0"/>
          </a:p>
        </p:txBody>
      </p:sp>
      <p:sp>
        <p:nvSpPr>
          <p:cNvPr id="19" name="Text 8"/>
          <p:cNvSpPr/>
          <p:nvPr/>
        </p:nvSpPr>
        <p:spPr>
          <a:xfrm>
            <a:off x="3124200" y="661988"/>
            <a:ext cx="1557338" cy="161925"/>
          </a:xfrm>
          <a:prstGeom prst="rect">
            <a:avLst/>
          </a:prstGeom>
          <a:noFill/>
          <a:ln/>
        </p:spPr>
        <p:txBody>
          <a:bodyPr wrap="square" lIns="0" tIns="0" rIns="0" bIns="0" rtlCol="0" anchor="t"/>
          <a:lstStyle/>
          <a:p>
            <a:pPr algn="l" indent="0" marL="0">
              <a:lnSpc>
                <a:spcPts val="1245"/>
              </a:lnSpc>
              <a:buNone/>
            </a:pPr>
            <a:r>
              <a:rPr lang="en-US" sz="911" b="1" dirty="0">
                <a:solidFill>
                  <a:srgbClr val="1265FF">
                    <a:alpha val="99000"/>
                  </a:srgbClr>
                </a:solidFill>
                <a:latin typeface="Manrope" pitchFamily="34" charset="0"/>
                <a:ea typeface="Manrope" pitchFamily="34" charset="-122"/>
                <a:cs typeface="Manrope" pitchFamily="34" charset="-120"/>
              </a:rPr>
              <a:t>Logotype seul</a:t>
            </a:r>
            <a:endParaRPr lang="en-US" sz="91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182" t="0" b="0"/>
          <a:stretch/>
        </p:blipFill>
        <p:spPr>
          <a:xfrm>
            <a:off x="-16669" y="0"/>
            <a:ext cx="9144000" cy="5143500"/>
          </a:xfrm>
          <a:prstGeom prst="rect">
            <a:avLst/>
          </a:prstGeom>
        </p:spPr>
      </p:pic>
      <p:sp>
        <p:nvSpPr>
          <p:cNvPr id="3" name="Text 0"/>
          <p:cNvSpPr/>
          <p:nvPr/>
        </p:nvSpPr>
        <p:spPr>
          <a:xfrm>
            <a:off x="261937" y="3619500"/>
            <a:ext cx="4700588" cy="233362"/>
          </a:xfrm>
          <a:prstGeom prst="rect">
            <a:avLst/>
          </a:prstGeom>
          <a:noFill/>
          <a:ln/>
        </p:spPr>
        <p:txBody>
          <a:bodyPr wrap="square" lIns="0" tIns="0" rIns="0" bIns="0" rtlCol="0" anchor="t"/>
          <a:lstStyle/>
          <a:p>
            <a:pPr algn="l" indent="0" marL="0">
              <a:lnSpc>
                <a:spcPts val="1766"/>
              </a:lnSpc>
              <a:buNone/>
            </a:pPr>
            <a:r>
              <a:rPr lang="en-US" sz="1293" dirty="0">
                <a:solidFill>
                  <a:srgbClr val="C6CDD3">
                    <a:alpha val="99000"/>
                  </a:srgbClr>
                </a:solidFill>
                <a:latin typeface="Manrope" pitchFamily="34" charset="0"/>
                <a:ea typeface="Manrope" pitchFamily="34" charset="-122"/>
                <a:cs typeface="Manrope" pitchFamily="34" charset="-120"/>
              </a:rPr>
              <a:t>Personnalité typographique et hiéarchie visuelle</a:t>
            </a:r>
            <a:endParaRPr lang="en-US" sz="1293" dirty="0"/>
          </a:p>
        </p:txBody>
      </p:sp>
      <p:sp>
        <p:nvSpPr>
          <p:cNvPr id="4" name="Text 1"/>
          <p:cNvSpPr/>
          <p:nvPr/>
        </p:nvSpPr>
        <p:spPr>
          <a:xfrm>
            <a:off x="261937" y="1595438"/>
            <a:ext cx="8837084" cy="1590675"/>
          </a:xfrm>
          <a:prstGeom prst="rect">
            <a:avLst/>
          </a:prstGeom>
          <a:noFill/>
          <a:ln/>
        </p:spPr>
        <p:txBody>
          <a:bodyPr wrap="square" lIns="0" tIns="0" rIns="0" bIns="0" rtlCol="0" anchor="t"/>
          <a:lstStyle/>
          <a:p>
            <a:pPr algn="l" indent="0" marL="0">
              <a:lnSpc>
                <a:spcPts val="12040"/>
              </a:lnSpc>
              <a:buNone/>
            </a:pPr>
            <a:r>
              <a:rPr lang="en-US" sz="8814" b="1" dirty="0">
                <a:solidFill>
                  <a:srgbClr val="FFFFFF">
                    <a:alpha val="99000"/>
                  </a:srgbClr>
                </a:solidFill>
                <a:latin typeface="Manrope" pitchFamily="34" charset="0"/>
                <a:ea typeface="Manrope" pitchFamily="34" charset="-122"/>
                <a:cs typeface="Manrope" pitchFamily="34" charset="-120"/>
              </a:rPr>
              <a:t>Typo</a:t>
            </a:r>
            <a:endParaRPr lang="en-US" sz="8814" dirty="0"/>
          </a:p>
        </p:txBody>
      </p:sp>
      <p:pic>
        <p:nvPicPr>
          <p:cNvPr id="5" name="Image 1" descr="preencoded.png">    </p:cNvPr>
          <p:cNvPicPr>
            <a:picLocks noChangeAspect="1"/>
          </p:cNvPicPr>
          <p:nvPr/>
        </p:nvPicPr>
        <p:blipFill>
          <a:blip r:embed="rId2"/>
          <a:srcRect l="0" r="0" t="0" b="0"/>
          <a:stretch/>
        </p:blipFill>
        <p:spPr>
          <a:xfrm>
            <a:off x="261937" y="3305175"/>
            <a:ext cx="785813" cy="38100"/>
          </a:xfrm>
          <a:prstGeom prst="rect">
            <a:avLst/>
          </a:prstGeom>
        </p:spPr>
      </p:pic>
      <p:sp>
        <p:nvSpPr>
          <p:cNvPr id="6" name="Text 2"/>
          <p:cNvSpPr/>
          <p:nvPr/>
        </p:nvSpPr>
        <p:spPr>
          <a:xfrm>
            <a:off x="261937" y="4319588"/>
            <a:ext cx="8196262" cy="273209"/>
          </a:xfrm>
          <a:prstGeom prst="rect">
            <a:avLst/>
          </a:prstGeom>
          <a:noFill/>
          <a:ln/>
        </p:spPr>
        <p:txBody>
          <a:bodyPr wrap="square" lIns="0" tIns="0" rIns="0" bIns="0" rtlCol="0" anchor="t"/>
          <a:lstStyle/>
          <a:p>
            <a:pPr algn="l"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            </a:t>
            </a:r>
            <a:pPr algn="l"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NOTRE IDENTITÉ. NOS VALEURS. </a:t>
            </a:r>
            <a:pPr algn="l" indent="0" marL="0">
              <a:lnSpc>
                <a:spcPts val="1557"/>
              </a:lnSpc>
              <a:buNone/>
            </a:pPr>
            <a:r>
              <a:rPr lang="en-US" sz="1140" dirty="0">
                <a:solidFill>
                  <a:srgbClr val="005CFF">
                    <a:alpha val="99000"/>
                  </a:srgbClr>
                </a:solidFill>
                <a:latin typeface="Manrope" pitchFamily="34" charset="0"/>
                <a:ea typeface="Manrope" pitchFamily="34" charset="-122"/>
                <a:cs typeface="Manrope" pitchFamily="34" charset="-120"/>
              </a:rPr>
              <a:t>VOTRE CONFIANCE.</a:t>
            </a:r>
            <a:endParaRPr lang="en-US" sz="1140" dirty="0"/>
          </a:p>
        </p:txBody>
      </p:sp>
      <p:pic>
        <p:nvPicPr>
          <p:cNvPr id="7" name="Image 2" descr="preencoded.png">    </p:cNvPr>
          <p:cNvPicPr>
            <a:picLocks noChangeAspect="1"/>
          </p:cNvPicPr>
          <p:nvPr/>
        </p:nvPicPr>
        <p:blipFill>
          <a:blip r:embed="rId3"/>
          <a:srcRect l="0" r="0" t="0" b="0"/>
          <a:stretch/>
        </p:blipFill>
        <p:spPr>
          <a:xfrm>
            <a:off x="261937" y="4286250"/>
            <a:ext cx="304800" cy="304800"/>
          </a:xfrm>
          <a:prstGeom prst="rect">
            <a:avLst/>
          </a:prstGeom>
        </p:spPr>
      </p:pic>
      <p:sp>
        <p:nvSpPr>
          <p:cNvPr id="8" name="Text 3"/>
          <p:cNvSpPr/>
          <p:nvPr/>
        </p:nvSpPr>
        <p:spPr>
          <a:xfrm>
            <a:off x="7286625" y="4352925"/>
            <a:ext cx="1302544" cy="473652"/>
          </a:xfrm>
          <a:prstGeom prst="rect">
            <a:avLst/>
          </a:prstGeom>
          <a:noFill/>
          <a:ln/>
        </p:spPr>
        <p:txBody>
          <a:bodyPr wrap="square" lIns="0" tIns="0" rIns="0" bIns="0" rtlCol="0" anchor="t"/>
          <a:lstStyle/>
          <a:p>
            <a:pPr algn="r"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    10 </a:t>
            </a:r>
            <a:pPr algn="r" indent="0" marL="0">
              <a:lnSpc>
                <a:spcPts val="1557"/>
              </a:lnSpc>
              <a:buNone/>
            </a:pPr>
            <a:r>
              <a:rPr lang="en-US" sz="1140" dirty="0">
                <a:solidFill>
                  <a:srgbClr val="005CFF">
                    <a:alpha val="99000"/>
                  </a:srgbClr>
                </a:solidFill>
                <a:latin typeface="Manrope" pitchFamily="34" charset="0"/>
                <a:ea typeface="Manrope" pitchFamily="34" charset="-122"/>
                <a:cs typeface="Manrope" pitchFamily="34" charset="-120"/>
              </a:rPr>
              <a:t>/ </a:t>
            </a:r>
            <a:pPr algn="r"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22</a:t>
            </a:r>
            <a:endParaRPr lang="en-US" sz="1140" dirty="0"/>
          </a:p>
        </p:txBody>
      </p:sp>
      <p:pic>
        <p:nvPicPr>
          <p:cNvPr id="9" name="Image 3" descr="preencoded.png">    </p:cNvPr>
          <p:cNvPicPr>
            <a:picLocks noChangeAspect="1"/>
          </p:cNvPicPr>
          <p:nvPr/>
        </p:nvPicPr>
        <p:blipFill>
          <a:blip r:embed="rId4"/>
          <a:srcRect l="0" r="0" t="0" b="4830"/>
          <a:stretch/>
        </p:blipFill>
        <p:spPr>
          <a:xfrm>
            <a:off x="261937" y="-80962"/>
            <a:ext cx="2238375" cy="1595438"/>
          </a:xfrm>
          <a:prstGeom prst="rect">
            <a:avLst/>
          </a:prstGeom>
        </p:spPr>
      </p:pic>
      <p:pic>
        <p:nvPicPr>
          <p:cNvPr id="10" name="Image 4" descr="preencoded.png">    </p:cNvPr>
          <p:cNvPicPr>
            <a:picLocks noChangeAspect="1"/>
          </p:cNvPicPr>
          <p:nvPr/>
        </p:nvPicPr>
        <p:blipFill>
          <a:blip r:embed="rId5"/>
          <a:srcRect l="0" r="8905" t="0" b="31646"/>
          <a:stretch/>
        </p:blipFill>
        <p:spPr>
          <a:xfrm>
            <a:off x="3833812" y="-1114425"/>
            <a:ext cx="5310188" cy="5143500"/>
          </a:xfrm>
          <a:prstGeom prst="rect">
            <a:avLst/>
          </a:prstGeom>
        </p:spPr>
      </p:pic>
      <p:sp>
        <p:nvSpPr>
          <p:cNvPr id="11" name="Text 4"/>
          <p:cNvSpPr/>
          <p:nvPr/>
        </p:nvSpPr>
        <p:spPr>
          <a:xfrm>
            <a:off x="7348538" y="204788"/>
            <a:ext cx="2486025" cy="221883"/>
          </a:xfrm>
          <a:prstGeom prst="rect">
            <a:avLst/>
          </a:prstGeom>
          <a:noFill/>
          <a:ln/>
        </p:spPr>
        <p:txBody>
          <a:bodyPr wrap="square" lIns="0" tIns="0" rIns="0" bIns="0" rtlCol="0" anchor="t"/>
          <a:lstStyle/>
          <a:p>
            <a:pPr algn="l" indent="0" marL="0">
              <a:lnSpc>
                <a:spcPts val="1679"/>
              </a:lnSpc>
              <a:buNone/>
            </a:pPr>
            <a:r>
              <a:rPr lang="en-US" sz="1229" dirty="0">
                <a:solidFill>
                  <a:srgbClr val="FFFFFF">
                    <a:alpha val="99000"/>
                  </a:srgbClr>
                </a:solidFill>
                <a:latin typeface="Manrope" pitchFamily="34" charset="0"/>
                <a:ea typeface="Manrope" pitchFamily="34" charset="-122"/>
                <a:cs typeface="Manrope" pitchFamily="34" charset="-120"/>
              </a:rPr>
              <a:t>CHARTE </a:t>
            </a:r>
            <a:pPr algn="l" indent="0" marL="0">
              <a:lnSpc>
                <a:spcPts val="1679"/>
              </a:lnSpc>
              <a:buNone/>
            </a:pPr>
            <a:r>
              <a:rPr lang="en-US" sz="1229" dirty="0">
                <a:solidFill>
                  <a:srgbClr val="FFFFFF">
                    <a:alpha val="99000"/>
                  </a:srgbClr>
                </a:solidFill>
                <a:latin typeface="Manrope" pitchFamily="34" charset="0"/>
                <a:ea typeface="Manrope" pitchFamily="34" charset="-122"/>
                <a:cs typeface="Manrope" pitchFamily="34" charset="-120"/>
              </a:rPr>
              <a:t>DE MARQUE</a:t>
            </a:r>
            <a:endParaRPr lang="en-US" sz="1229" dirty="0"/>
          </a:p>
        </p:txBody>
      </p:sp>
      <p:sp>
        <p:nvSpPr>
          <p:cNvPr id="12" name="Text 5"/>
          <p:cNvSpPr/>
          <p:nvPr/>
        </p:nvSpPr>
        <p:spPr>
          <a:xfrm>
            <a:off x="6391275" y="1333500"/>
            <a:ext cx="11887896" cy="2114550"/>
          </a:xfrm>
          <a:prstGeom prst="rect">
            <a:avLst/>
          </a:prstGeom>
          <a:noFill/>
          <a:ln/>
        </p:spPr>
        <p:txBody>
          <a:bodyPr wrap="square" lIns="0" tIns="0" rIns="0" bIns="0" rtlCol="0" anchor="t"/>
          <a:lstStyle/>
          <a:p>
            <a:pPr algn="l" indent="0" marL="0">
              <a:lnSpc>
                <a:spcPts val="16113"/>
              </a:lnSpc>
              <a:buNone/>
            </a:pPr>
            <a:r>
              <a:rPr lang="en-US" sz="11796" b="1" dirty="0">
                <a:solidFill>
                  <a:srgbClr val="1265FF">
                    <a:alpha val="99000"/>
                  </a:srgbClr>
                </a:solidFill>
                <a:latin typeface="Manrope" pitchFamily="34" charset="0"/>
                <a:ea typeface="Manrope" pitchFamily="34" charset="-122"/>
                <a:cs typeface="Manrope" pitchFamily="34" charset="-120"/>
              </a:rPr>
              <a:t>03.</a:t>
            </a:r>
            <a:endParaRPr lang="en-US" sz="11796"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23838" y="1366838"/>
            <a:ext cx="2052637" cy="314325"/>
          </a:xfrm>
          <a:prstGeom prst="rect">
            <a:avLst/>
          </a:prstGeom>
          <a:noFill/>
          <a:ln/>
        </p:spPr>
        <p:txBody>
          <a:bodyPr wrap="square" lIns="0" tIns="0" rIns="0" bIns="0" rtlCol="0" anchor="t"/>
          <a:lstStyle/>
          <a:p>
            <a:pPr algn="l" indent="0" marL="0">
              <a:lnSpc>
                <a:spcPts val="3114"/>
              </a:lnSpc>
              <a:buNone/>
            </a:pPr>
            <a:r>
              <a:rPr lang="en-US" sz="2280" b="1" dirty="0">
                <a:solidFill>
                  <a:srgbClr val="0B162A">
                    <a:alpha val="99000"/>
                  </a:srgbClr>
                </a:solidFill>
                <a:latin typeface="Manrope" pitchFamily="34" charset="0"/>
                <a:ea typeface="Manrope" pitchFamily="34" charset="-122"/>
                <a:cs typeface="Manrope" pitchFamily="34" charset="-120"/>
              </a:rPr>
              <a:t>POLICE </a:t>
            </a:r>
            <a:endParaRPr lang="en-US" sz="2280" dirty="0"/>
          </a:p>
        </p:txBody>
      </p:sp>
      <p:pic>
        <p:nvPicPr>
          <p:cNvPr id="3" name="Image 0" descr="preencoded.png">    </p:cNvPr>
          <p:cNvPicPr>
            <a:picLocks noChangeAspect="1"/>
          </p:cNvPicPr>
          <p:nvPr/>
        </p:nvPicPr>
        <p:blipFill>
          <a:blip r:embed="rId1"/>
          <a:srcRect l="0" r="0" t="0" b="0"/>
          <a:stretch/>
        </p:blipFill>
        <p:spPr>
          <a:xfrm>
            <a:off x="19050" y="1062038"/>
            <a:ext cx="2509856" cy="16669"/>
          </a:xfrm>
          <a:prstGeom prst="rect">
            <a:avLst/>
          </a:prstGeom>
        </p:spPr>
      </p:pic>
      <p:pic>
        <p:nvPicPr>
          <p:cNvPr id="4" name="Image 1" descr="preencoded.png">    </p:cNvPr>
          <p:cNvPicPr>
            <a:picLocks noChangeAspect="1"/>
          </p:cNvPicPr>
          <p:nvPr/>
        </p:nvPicPr>
        <p:blipFill>
          <a:blip r:embed="rId2"/>
          <a:srcRect l="0" r="-28571" t="0" b="185"/>
          <a:stretch/>
        </p:blipFill>
        <p:spPr>
          <a:xfrm>
            <a:off x="2514600" y="9525"/>
            <a:ext cx="42863" cy="5134006"/>
          </a:xfrm>
          <a:prstGeom prst="rect">
            <a:avLst/>
          </a:prstGeom>
        </p:spPr>
      </p:pic>
      <p:pic>
        <p:nvPicPr>
          <p:cNvPr id="5" name="Image 2" descr="preencoded.png">    </p:cNvPr>
          <p:cNvPicPr>
            <a:picLocks noChangeAspect="1"/>
          </p:cNvPicPr>
          <p:nvPr/>
        </p:nvPicPr>
        <p:blipFill>
          <a:blip r:embed="rId3"/>
          <a:srcRect l="0" r="0" t="0" b="0"/>
          <a:stretch/>
        </p:blipFill>
        <p:spPr>
          <a:xfrm>
            <a:off x="309563" y="9525"/>
            <a:ext cx="1404938" cy="1052513"/>
          </a:xfrm>
          <a:prstGeom prst="rect">
            <a:avLst/>
          </a:prstGeom>
        </p:spPr>
      </p:pic>
      <p:sp>
        <p:nvSpPr>
          <p:cNvPr id="6" name="Text 1"/>
          <p:cNvSpPr/>
          <p:nvPr/>
        </p:nvSpPr>
        <p:spPr>
          <a:xfrm>
            <a:off x="223838" y="1852612"/>
            <a:ext cx="1976438" cy="162447"/>
          </a:xfrm>
          <a:prstGeom prst="rect">
            <a:avLst/>
          </a:prstGeom>
          <a:noFill/>
          <a:ln/>
        </p:spPr>
        <p:txBody>
          <a:bodyPr wrap="square" lIns="0" tIns="0" rIns="0" bIns="0" rtlCol="0" anchor="t"/>
          <a:lstStyle/>
          <a:p>
            <a:pPr algn="l" indent="0" marL="0">
              <a:lnSpc>
                <a:spcPts val="973"/>
              </a:lnSpc>
              <a:buNone/>
            </a:pPr>
            <a:r>
              <a:rPr lang="en-US" sz="713" dirty="0">
                <a:solidFill>
                  <a:srgbClr val="0B162A">
                    <a:alpha val="99000"/>
                  </a:srgbClr>
                </a:solidFill>
                <a:latin typeface="Manrope" pitchFamily="34" charset="0"/>
                <a:ea typeface="Manrope" pitchFamily="34" charset="-122"/>
                <a:cs typeface="Manrope" pitchFamily="34" charset="-120"/>
              </a:rPr>
              <a:t>L a police de marque ALT a été</a:t>
            </a:r>
            <a:endParaRPr lang="en-US" sz="713" dirty="0"/>
          </a:p>
          <a:p>
            <a:pPr algn="l" indent="0" marL="0">
              <a:lnSpc>
                <a:spcPts val="973"/>
              </a:lnSpc>
              <a:buNone/>
            </a:pPr>
            <a:r>
              <a:rPr lang="en-US" sz="713" dirty="0">
                <a:solidFill>
                  <a:srgbClr val="0B162A">
                    <a:alpha val="99000"/>
                  </a:srgbClr>
                </a:solidFill>
                <a:latin typeface="Manrope" pitchFamily="34" charset="0"/>
                <a:ea typeface="Manrope" pitchFamily="34" charset="-122"/>
                <a:cs typeface="Manrope" pitchFamily="34" charset="-120"/>
              </a:rPr>
              <a:t>sélectionnée pour refléter notre</a:t>
            </a:r>
            <a:endParaRPr lang="en-US" sz="713" dirty="0"/>
          </a:p>
          <a:p>
            <a:pPr algn="l" indent="0" marL="0">
              <a:lnSpc>
                <a:spcPts val="973"/>
              </a:lnSpc>
              <a:buNone/>
            </a:pPr>
            <a:r>
              <a:rPr lang="en-US" sz="713" dirty="0">
                <a:solidFill>
                  <a:srgbClr val="0B162A">
                    <a:alpha val="99000"/>
                  </a:srgbClr>
                </a:solidFill>
                <a:latin typeface="Manrope" pitchFamily="34" charset="0"/>
                <a:ea typeface="Manrope" pitchFamily="34" charset="-122"/>
                <a:cs typeface="Manrope" pitchFamily="34" charset="-120"/>
              </a:rPr>
              <a:t>identité contemporaine et assurer</a:t>
            </a:r>
            <a:endParaRPr lang="en-US" sz="713" dirty="0"/>
          </a:p>
          <a:p>
            <a:pPr algn="l" indent="0" marL="0">
              <a:lnSpc>
                <a:spcPts val="973"/>
              </a:lnSpc>
              <a:buNone/>
            </a:pPr>
            <a:r>
              <a:rPr lang="en-US" sz="713" dirty="0">
                <a:solidFill>
                  <a:srgbClr val="0B162A">
                    <a:alpha val="99000"/>
                  </a:srgbClr>
                </a:solidFill>
                <a:latin typeface="Manrope" pitchFamily="34" charset="0"/>
                <a:ea typeface="Manrope" pitchFamily="34" charset="-122"/>
                <a:cs typeface="Manrope" pitchFamily="34" charset="-120"/>
              </a:rPr>
              <a:t>une communication claire, lisible</a:t>
            </a:r>
            <a:endParaRPr lang="en-US" sz="713" dirty="0"/>
          </a:p>
          <a:p>
            <a:pPr algn="l" indent="0" marL="0">
              <a:lnSpc>
                <a:spcPts val="973"/>
              </a:lnSpc>
              <a:buNone/>
            </a:pPr>
            <a:r>
              <a:rPr lang="en-US" sz="713" dirty="0">
                <a:solidFill>
                  <a:srgbClr val="0B162A">
                    <a:alpha val="99000"/>
                  </a:srgbClr>
                </a:solidFill>
                <a:latin typeface="Manrope" pitchFamily="34" charset="0"/>
                <a:ea typeface="Manrope" pitchFamily="34" charset="-122"/>
                <a:cs typeface="Manrope" pitchFamily="34" charset="-120"/>
              </a:rPr>
              <a:t>et professionnelle, en ligne avec les</a:t>
            </a:r>
            <a:endParaRPr lang="en-US" sz="713" dirty="0"/>
          </a:p>
          <a:p>
            <a:pPr algn="l" indent="0" marL="0">
              <a:lnSpc>
                <a:spcPts val="973"/>
              </a:lnSpc>
              <a:buNone/>
            </a:pPr>
            <a:r>
              <a:rPr lang="en-US" sz="713" dirty="0">
                <a:solidFill>
                  <a:srgbClr val="0B162A">
                    <a:alpha val="99000"/>
                  </a:srgbClr>
                </a:solidFill>
                <a:latin typeface="Manrope" pitchFamily="34" charset="0"/>
                <a:ea typeface="Manrope" pitchFamily="34" charset="-122"/>
                <a:cs typeface="Manrope" pitchFamily="34" charset="-120"/>
              </a:rPr>
              <a:t>attentes des PME.                                                       Elle garantit une expérience de</a:t>
            </a:r>
            <a:endParaRPr lang="en-US" sz="713" dirty="0"/>
          </a:p>
          <a:p>
            <a:pPr algn="l" indent="0" marL="0">
              <a:lnSpc>
                <a:spcPts val="973"/>
              </a:lnSpc>
              <a:buNone/>
            </a:pPr>
            <a:r>
              <a:rPr lang="en-US" sz="713" dirty="0">
                <a:solidFill>
                  <a:srgbClr val="0B162A">
                    <a:alpha val="99000"/>
                  </a:srgbClr>
                </a:solidFill>
                <a:latin typeface="Manrope" pitchFamily="34" charset="0"/>
                <a:ea typeface="Manrope" pitchFamily="34" charset="-122"/>
                <a:cs typeface="Manrope" pitchFamily="34" charset="-120"/>
              </a:rPr>
              <a:t>lecture fluide sur tous les supports</a:t>
            </a:r>
            <a:endParaRPr lang="en-US" sz="713" dirty="0"/>
          </a:p>
          <a:p>
            <a:pPr algn="l" indent="0" marL="0">
              <a:lnSpc>
                <a:spcPts val="973"/>
              </a:lnSpc>
              <a:buNone/>
            </a:pPr>
            <a:r>
              <a:rPr lang="en-US" sz="713" dirty="0">
                <a:solidFill>
                  <a:srgbClr val="0B162A">
                    <a:alpha val="99000"/>
                  </a:srgbClr>
                </a:solidFill>
                <a:latin typeface="Manrope" pitchFamily="34" charset="0"/>
                <a:ea typeface="Manrope" pitchFamily="34" charset="-122"/>
                <a:cs typeface="Manrope" pitchFamily="34" charset="-120"/>
              </a:rPr>
              <a:t>numériques et imprimés.</a:t>
            </a:r>
            <a:endParaRPr lang="en-US" sz="713" dirty="0"/>
          </a:p>
        </p:txBody>
      </p:sp>
      <p:sp>
        <p:nvSpPr>
          <p:cNvPr id="7" name="Text 2"/>
          <p:cNvSpPr/>
          <p:nvPr/>
        </p:nvSpPr>
        <p:spPr>
          <a:xfrm>
            <a:off x="223838" y="4672013"/>
            <a:ext cx="2081212" cy="147638"/>
          </a:xfrm>
          <a:prstGeom prst="rect">
            <a:avLst/>
          </a:prstGeom>
          <a:noFill/>
          <a:ln/>
        </p:spPr>
        <p:txBody>
          <a:bodyPr wrap="square" lIns="0" tIns="0" rIns="0" bIns="0" rtlCol="0" anchor="t"/>
          <a:lstStyle/>
          <a:p>
            <a:pPr algn="l" indent="0" marL="0">
              <a:lnSpc>
                <a:spcPts val="730"/>
              </a:lnSpc>
              <a:buNone/>
            </a:pPr>
            <a:r>
              <a:rPr lang="en-US" sz="534" dirty="0">
                <a:solidFill>
                  <a:srgbClr val="FFFFFF">
                    <a:alpha val="99000"/>
                  </a:srgbClr>
                </a:solidFill>
                <a:latin typeface="Manrope" pitchFamily="34" charset="0"/>
                <a:ea typeface="Manrope" pitchFamily="34" charset="-122"/>
                <a:cs typeface="Manrope" pitchFamily="34" charset="-120"/>
              </a:rPr>
              <a:t>            </a:t>
            </a:r>
            <a:pPr algn="l" indent="0" marL="0">
              <a:lnSpc>
                <a:spcPts val="730"/>
              </a:lnSpc>
              <a:buNone/>
            </a:pPr>
            <a:r>
              <a:rPr lang="en-US" sz="534" dirty="0">
                <a:solidFill>
                  <a:srgbClr val="2E3B46">
                    <a:alpha val="99000"/>
                  </a:srgbClr>
                </a:solidFill>
                <a:latin typeface="Manrope" pitchFamily="34" charset="0"/>
                <a:ea typeface="Manrope" pitchFamily="34" charset="-122"/>
                <a:cs typeface="Manrope" pitchFamily="34" charset="-120"/>
              </a:rPr>
              <a:t>NOTRE IDENTITÉ. NOS VALEURS. </a:t>
            </a:r>
            <a:pPr algn="l" indent="0" marL="0">
              <a:lnSpc>
                <a:spcPts val="730"/>
              </a:lnSpc>
              <a:buNone/>
            </a:pPr>
            <a:r>
              <a:rPr lang="en-US" sz="534" dirty="0">
                <a:solidFill>
                  <a:srgbClr val="005CFF">
                    <a:alpha val="99000"/>
                  </a:srgbClr>
                </a:solidFill>
                <a:latin typeface="Manrope" pitchFamily="34" charset="0"/>
                <a:ea typeface="Manrope" pitchFamily="34" charset="-122"/>
                <a:cs typeface="Manrope" pitchFamily="34" charset="-120"/>
              </a:rPr>
              <a:t>VOTRE CONFIANCE.</a:t>
            </a:r>
            <a:pPr algn="l" indent="0" marL="0">
              <a:lnSpc>
                <a:spcPts val="730"/>
              </a:lnSpc>
              <a:buNone/>
            </a:pPr>
            <a:r>
              <a:rPr lang="en-US" sz="534" dirty="0">
                <a:solidFill>
                  <a:srgbClr val="0B162A">
                    <a:alpha val="99000"/>
                  </a:srgbClr>
                </a:solidFill>
                <a:latin typeface="Manrope" pitchFamily="34" charset="0"/>
                <a:ea typeface="Manrope" pitchFamily="34" charset="-122"/>
                <a:cs typeface="Manrope" pitchFamily="34" charset="-120"/>
              </a:rPr>
              <a:t> </a:t>
            </a:r>
            <a:pPr algn="l" indent="0" marL="0">
              <a:lnSpc>
                <a:spcPts val="730"/>
              </a:lnSpc>
              <a:buNone/>
            </a:pPr>
            <a:r>
              <a:rPr lang="en-US" sz="534" dirty="0">
                <a:solidFill>
                  <a:srgbClr val="FFFFFF">
                    <a:alpha val="99000"/>
                  </a:srgbClr>
                </a:solidFill>
                <a:latin typeface="Manrope" pitchFamily="34" charset="0"/>
                <a:ea typeface="Manrope" pitchFamily="34" charset="-122"/>
                <a:cs typeface="Manrope" pitchFamily="34" charset="-120"/>
              </a:rPr>
              <a:t>solutions simples et transparentes, centrées sur vos objectifs.</a:t>
            </a:r>
            <a:endParaRPr lang="en-US" sz="534" dirty="0"/>
          </a:p>
        </p:txBody>
      </p:sp>
      <p:pic>
        <p:nvPicPr>
          <p:cNvPr id="8" name="Image 3" descr="preencoded.png">    </p:cNvPr>
          <p:cNvPicPr>
            <a:picLocks noChangeAspect="1"/>
          </p:cNvPicPr>
          <p:nvPr/>
        </p:nvPicPr>
        <p:blipFill>
          <a:blip r:embed="rId4"/>
          <a:srcRect l="0" r="0" t="0" b="0"/>
          <a:stretch/>
        </p:blipFill>
        <p:spPr>
          <a:xfrm>
            <a:off x="90488" y="4614863"/>
            <a:ext cx="233362" cy="233362"/>
          </a:xfrm>
          <a:prstGeom prst="rect">
            <a:avLst/>
          </a:prstGeom>
        </p:spPr>
      </p:pic>
      <p:sp>
        <p:nvSpPr>
          <p:cNvPr id="9" name="Text 3"/>
          <p:cNvSpPr/>
          <p:nvPr/>
        </p:nvSpPr>
        <p:spPr>
          <a:xfrm>
            <a:off x="7348538" y="4314825"/>
            <a:ext cx="1323975" cy="471488"/>
          </a:xfrm>
          <a:prstGeom prst="rect">
            <a:avLst/>
          </a:prstGeom>
          <a:noFill/>
          <a:ln/>
        </p:spPr>
        <p:txBody>
          <a:bodyPr wrap="square" lIns="0" tIns="0" rIns="0" bIns="0" rtlCol="0" anchor="t"/>
          <a:lstStyle/>
          <a:p>
            <a:pPr algn="r" indent="0" marL="0">
              <a:lnSpc>
                <a:spcPts val="1557"/>
              </a:lnSpc>
              <a:buNone/>
            </a:pPr>
            <a:r>
              <a:rPr lang="en-US" sz="1140" dirty="0">
                <a:solidFill>
                  <a:srgbClr val="0B162A">
                    <a:alpha val="99000"/>
                  </a:srgbClr>
                </a:solidFill>
                <a:latin typeface="Manrope" pitchFamily="34" charset="0"/>
                <a:ea typeface="Manrope" pitchFamily="34" charset="-122"/>
                <a:cs typeface="Manrope" pitchFamily="34" charset="-120"/>
              </a:rPr>
              <a:t>11</a:t>
            </a:r>
            <a:pPr algn="r"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 </a:t>
            </a:r>
            <a:pPr algn="r" indent="0" marL="0">
              <a:lnSpc>
                <a:spcPts val="1557"/>
              </a:lnSpc>
              <a:buNone/>
            </a:pPr>
            <a:r>
              <a:rPr lang="en-US" sz="1140" dirty="0">
                <a:solidFill>
                  <a:srgbClr val="005CFF">
                    <a:alpha val="99000"/>
                  </a:srgbClr>
                </a:solidFill>
                <a:latin typeface="Manrope" pitchFamily="34" charset="0"/>
                <a:ea typeface="Manrope" pitchFamily="34" charset="-122"/>
                <a:cs typeface="Manrope" pitchFamily="34" charset="-120"/>
              </a:rPr>
              <a:t>/</a:t>
            </a:r>
            <a:pPr algn="r"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 </a:t>
            </a:r>
            <a:pPr algn="r" indent="0" marL="0">
              <a:lnSpc>
                <a:spcPts val="1557"/>
              </a:lnSpc>
              <a:buNone/>
            </a:pPr>
            <a:r>
              <a:rPr lang="en-US" sz="1140" dirty="0">
                <a:solidFill>
                  <a:srgbClr val="0B162A">
                    <a:alpha val="99000"/>
                  </a:srgbClr>
                </a:solidFill>
                <a:latin typeface="Manrope" pitchFamily="34" charset="0"/>
                <a:ea typeface="Manrope" pitchFamily="34" charset="-122"/>
                <a:cs typeface="Manrope" pitchFamily="34" charset="-120"/>
              </a:rPr>
              <a:t>22</a:t>
            </a:r>
            <a:endParaRPr lang="en-US" sz="1140" dirty="0"/>
          </a:p>
        </p:txBody>
      </p:sp>
      <p:sp>
        <p:nvSpPr>
          <p:cNvPr id="10" name="Text 4"/>
          <p:cNvSpPr/>
          <p:nvPr/>
        </p:nvSpPr>
        <p:spPr>
          <a:xfrm>
            <a:off x="7477125" y="3924300"/>
            <a:ext cx="2081212" cy="314325"/>
          </a:xfrm>
          <a:prstGeom prst="rect">
            <a:avLst/>
          </a:prstGeom>
          <a:noFill/>
          <a:ln/>
        </p:spPr>
        <p:txBody>
          <a:bodyPr wrap="square" lIns="0" tIns="0" rIns="0" bIns="0" rtlCol="0" anchor="t"/>
          <a:lstStyle/>
          <a:p>
            <a:pPr algn="l" indent="0" marL="0">
              <a:lnSpc>
                <a:spcPts val="2336"/>
              </a:lnSpc>
              <a:buNone/>
            </a:pPr>
            <a:r>
              <a:rPr lang="en-US" sz="1710" b="1" dirty="0">
                <a:solidFill>
                  <a:srgbClr val="0B162A">
                    <a:alpha val="99000"/>
                  </a:srgbClr>
                </a:solidFill>
                <a:latin typeface="Manrope" pitchFamily="34" charset="0"/>
                <a:ea typeface="Manrope" pitchFamily="34" charset="-122"/>
                <a:cs typeface="Manrope" pitchFamily="34" charset="-120"/>
              </a:rPr>
              <a:t>Bold</a:t>
            </a:r>
            <a:endParaRPr lang="en-US" sz="1710" dirty="0"/>
          </a:p>
        </p:txBody>
      </p:sp>
      <p:pic>
        <p:nvPicPr>
          <p:cNvPr id="11" name="Image 4" descr="preencoded.png">    </p:cNvPr>
          <p:cNvPicPr>
            <a:picLocks noChangeAspect="1"/>
          </p:cNvPicPr>
          <p:nvPr/>
        </p:nvPicPr>
        <p:blipFill>
          <a:blip r:embed="rId5"/>
          <a:srcRect l="0" r="0" t="0" b="0"/>
          <a:stretch/>
        </p:blipFill>
        <p:spPr>
          <a:xfrm>
            <a:off x="223838" y="3090863"/>
            <a:ext cx="514350" cy="38100"/>
          </a:xfrm>
          <a:prstGeom prst="rect">
            <a:avLst/>
          </a:prstGeom>
        </p:spPr>
      </p:pic>
      <p:pic>
        <p:nvPicPr>
          <p:cNvPr id="12" name="Image 5" descr="preencoded.png">    </p:cNvPr>
          <p:cNvPicPr>
            <a:picLocks noChangeAspect="1"/>
          </p:cNvPicPr>
          <p:nvPr/>
        </p:nvPicPr>
        <p:blipFill>
          <a:blip r:embed="rId6"/>
          <a:srcRect l="0" r="0" t="0" b="0"/>
          <a:stretch/>
        </p:blipFill>
        <p:spPr>
          <a:xfrm>
            <a:off x="104775" y="3976687"/>
            <a:ext cx="85725" cy="104775"/>
          </a:xfrm>
          <a:prstGeom prst="rect">
            <a:avLst/>
          </a:prstGeom>
        </p:spPr>
      </p:pic>
      <p:sp>
        <p:nvSpPr>
          <p:cNvPr id="13" name="Text 5"/>
          <p:cNvSpPr/>
          <p:nvPr/>
        </p:nvSpPr>
        <p:spPr>
          <a:xfrm>
            <a:off x="219075" y="3976687"/>
            <a:ext cx="1976438" cy="162447"/>
          </a:xfrm>
          <a:prstGeom prst="rect">
            <a:avLst/>
          </a:prstGeom>
          <a:noFill/>
          <a:ln/>
        </p:spPr>
        <p:txBody>
          <a:bodyPr wrap="square" lIns="0" tIns="0" rIns="0" bIns="0" rtlCol="0" anchor="t"/>
          <a:lstStyle/>
          <a:p>
            <a:pPr algn="l" indent="0" marL="0">
              <a:lnSpc>
                <a:spcPts val="730"/>
              </a:lnSpc>
              <a:buNone/>
            </a:pPr>
            <a:r>
              <a:rPr lang="en-US" sz="534" b="1" dirty="0">
                <a:solidFill>
                  <a:srgbClr val="000000">
                    <a:alpha val="99000"/>
                  </a:srgbClr>
                </a:solidFill>
                <a:latin typeface="Manrope" pitchFamily="34" charset="0"/>
                <a:ea typeface="Manrope" pitchFamily="34" charset="-122"/>
                <a:cs typeface="Manrope" pitchFamily="34" charset="-120"/>
              </a:rPr>
              <a:t> Style moderne</a:t>
            </a:r>
            <a:endParaRPr lang="en-US" sz="534" dirty="0"/>
          </a:p>
        </p:txBody>
      </p:sp>
      <p:sp>
        <p:nvSpPr>
          <p:cNvPr id="14" name="Text 6"/>
          <p:cNvSpPr/>
          <p:nvPr/>
        </p:nvSpPr>
        <p:spPr>
          <a:xfrm>
            <a:off x="223838" y="4186238"/>
            <a:ext cx="1976438" cy="162447"/>
          </a:xfrm>
          <a:prstGeom prst="rect">
            <a:avLst/>
          </a:prstGeom>
          <a:noFill/>
          <a:ln/>
        </p:spPr>
        <p:txBody>
          <a:bodyPr wrap="square" lIns="0" tIns="0" rIns="0" bIns="0" rtlCol="0" anchor="t"/>
          <a:lstStyle/>
          <a:p>
            <a:pPr algn="l" indent="0" marL="0">
              <a:lnSpc>
                <a:spcPts val="730"/>
              </a:lnSpc>
              <a:buNone/>
            </a:pPr>
            <a:r>
              <a:rPr lang="en-US" sz="534" b="1" dirty="0">
                <a:solidFill>
                  <a:srgbClr val="0B162A">
                    <a:alpha val="99000"/>
                  </a:srgbClr>
                </a:solidFill>
                <a:latin typeface="Manrope" pitchFamily="34" charset="0"/>
                <a:ea typeface="Manrope" pitchFamily="34" charset="-122"/>
                <a:cs typeface="Manrope" pitchFamily="34" charset="-120"/>
              </a:rPr>
              <a:t>Adaptée au web et à l’impression</a:t>
            </a:r>
            <a:endParaRPr lang="en-US" sz="534" dirty="0"/>
          </a:p>
        </p:txBody>
      </p:sp>
      <p:pic>
        <p:nvPicPr>
          <p:cNvPr id="15" name="Image 6" descr="preencoded.png">    </p:cNvPr>
          <p:cNvPicPr>
            <a:picLocks noChangeAspect="1"/>
          </p:cNvPicPr>
          <p:nvPr/>
        </p:nvPicPr>
        <p:blipFill>
          <a:blip r:embed="rId7"/>
          <a:srcRect l="0" r="0" t="0" b="0"/>
          <a:stretch/>
        </p:blipFill>
        <p:spPr>
          <a:xfrm>
            <a:off x="104775" y="4186238"/>
            <a:ext cx="85725" cy="104775"/>
          </a:xfrm>
          <a:prstGeom prst="rect">
            <a:avLst/>
          </a:prstGeom>
        </p:spPr>
      </p:pic>
      <p:pic>
        <p:nvPicPr>
          <p:cNvPr id="16" name="Image 7" descr="preencoded.png">    </p:cNvPr>
          <p:cNvPicPr>
            <a:picLocks noChangeAspect="1"/>
          </p:cNvPicPr>
          <p:nvPr/>
        </p:nvPicPr>
        <p:blipFill>
          <a:blip r:embed="rId8"/>
          <a:srcRect l="0" r="0" t="NaN" b="-Infinity"/>
          <a:stretch/>
        </p:blipFill>
        <p:spPr>
          <a:xfrm>
            <a:off x="6724650" y="3057525"/>
            <a:ext cx="152400" cy="9525"/>
          </a:xfrm>
          <a:prstGeom prst="rect">
            <a:avLst/>
          </a:prstGeom>
        </p:spPr>
      </p:pic>
      <p:sp>
        <p:nvSpPr>
          <p:cNvPr id="17" name="Shape 7"/>
          <p:cNvSpPr/>
          <p:nvPr/>
        </p:nvSpPr>
        <p:spPr>
          <a:xfrm>
            <a:off x="6724650" y="3033713"/>
            <a:ext cx="47625" cy="47625"/>
          </a:xfrm>
          <a:prstGeom prst="ellipse">
            <a:avLst/>
          </a:prstGeom>
          <a:solidFill>
            <a:srgbClr val="FFFFFF"/>
          </a:solidFill>
          <a:ln/>
        </p:spPr>
      </p:sp>
      <p:pic>
        <p:nvPicPr>
          <p:cNvPr id="18" name="Image 8" descr="preencoded.png">    </p:cNvPr>
          <p:cNvPicPr>
            <a:picLocks noChangeAspect="1"/>
          </p:cNvPicPr>
          <p:nvPr/>
        </p:nvPicPr>
        <p:blipFill>
          <a:blip r:embed="rId9"/>
          <a:srcRect l="0" r="0" t="0" b="0"/>
          <a:stretch/>
        </p:blipFill>
        <p:spPr>
          <a:xfrm>
            <a:off x="104775" y="3767138"/>
            <a:ext cx="85725" cy="104775"/>
          </a:xfrm>
          <a:prstGeom prst="rect">
            <a:avLst/>
          </a:prstGeom>
        </p:spPr>
      </p:pic>
      <p:sp>
        <p:nvSpPr>
          <p:cNvPr id="19" name="Text 8"/>
          <p:cNvSpPr/>
          <p:nvPr/>
        </p:nvSpPr>
        <p:spPr>
          <a:xfrm>
            <a:off x="223838" y="3767138"/>
            <a:ext cx="1976438" cy="162447"/>
          </a:xfrm>
          <a:prstGeom prst="rect">
            <a:avLst/>
          </a:prstGeom>
          <a:noFill/>
          <a:ln/>
        </p:spPr>
        <p:txBody>
          <a:bodyPr wrap="square" lIns="0" tIns="0" rIns="0" bIns="0" rtlCol="0" anchor="t"/>
          <a:lstStyle/>
          <a:p>
            <a:pPr algn="l" indent="0" marL="0">
              <a:lnSpc>
                <a:spcPts val="730"/>
              </a:lnSpc>
              <a:buNone/>
            </a:pPr>
            <a:r>
              <a:rPr lang="en-US" sz="534" b="1" dirty="0">
                <a:solidFill>
                  <a:srgbClr val="000000">
                    <a:alpha val="99000"/>
                  </a:srgbClr>
                </a:solidFill>
                <a:latin typeface="Manrope" pitchFamily="34" charset="0"/>
                <a:ea typeface="Manrope" pitchFamily="34" charset="-122"/>
                <a:cs typeface="Manrope" pitchFamily="34" charset="-120"/>
              </a:rPr>
              <a:t>Lisibilité optimale</a:t>
            </a:r>
            <a:endParaRPr lang="en-US" sz="534" dirty="0"/>
          </a:p>
        </p:txBody>
      </p:sp>
      <p:pic>
        <p:nvPicPr>
          <p:cNvPr id="20" name="Image 9" descr="preencoded.png">    </p:cNvPr>
          <p:cNvPicPr>
            <a:picLocks noChangeAspect="1"/>
          </p:cNvPicPr>
          <p:nvPr/>
        </p:nvPicPr>
        <p:blipFill>
          <a:blip r:embed="rId10"/>
          <a:srcRect l="0" r="0" t="0" b="0"/>
          <a:stretch/>
        </p:blipFill>
        <p:spPr>
          <a:xfrm>
            <a:off x="2905125" y="3209925"/>
            <a:ext cx="5700713" cy="14288"/>
          </a:xfrm>
          <a:prstGeom prst="rect">
            <a:avLst/>
          </a:prstGeom>
        </p:spPr>
      </p:pic>
      <p:sp>
        <p:nvSpPr>
          <p:cNvPr id="21" name="Shape 9"/>
          <p:cNvSpPr/>
          <p:nvPr/>
        </p:nvSpPr>
        <p:spPr>
          <a:xfrm>
            <a:off x="5967413" y="2138363"/>
            <a:ext cx="47625" cy="47625"/>
          </a:xfrm>
          <a:prstGeom prst="ellipse">
            <a:avLst/>
          </a:prstGeom>
          <a:solidFill>
            <a:srgbClr val="FFFFFF"/>
          </a:solidFill>
          <a:ln/>
        </p:spPr>
      </p:sp>
      <p:pic>
        <p:nvPicPr>
          <p:cNvPr id="22" name="Image 10" descr="preencoded.png">    </p:cNvPr>
          <p:cNvPicPr>
            <a:picLocks noChangeAspect="1"/>
          </p:cNvPicPr>
          <p:nvPr/>
        </p:nvPicPr>
        <p:blipFill>
          <a:blip r:embed="rId11"/>
          <a:srcRect l="0" r="0" t="NaN" b="-Infinity"/>
          <a:stretch/>
        </p:blipFill>
        <p:spPr>
          <a:xfrm>
            <a:off x="6015037" y="2162175"/>
            <a:ext cx="171450" cy="9525"/>
          </a:xfrm>
          <a:prstGeom prst="rect">
            <a:avLst/>
          </a:prstGeom>
        </p:spPr>
      </p:pic>
      <p:sp>
        <p:nvSpPr>
          <p:cNvPr id="23" name="Text 10"/>
          <p:cNvSpPr/>
          <p:nvPr/>
        </p:nvSpPr>
        <p:spPr>
          <a:xfrm>
            <a:off x="2905125" y="609600"/>
            <a:ext cx="4691063" cy="314325"/>
          </a:xfrm>
          <a:prstGeom prst="rect">
            <a:avLst/>
          </a:prstGeom>
          <a:noFill/>
          <a:ln/>
        </p:spPr>
        <p:txBody>
          <a:bodyPr wrap="square" lIns="0" tIns="0" rIns="0" bIns="0" rtlCol="0" anchor="t"/>
          <a:lstStyle/>
          <a:p>
            <a:pPr algn="l" indent="0" marL="0">
              <a:lnSpc>
                <a:spcPts val="6229"/>
              </a:lnSpc>
              <a:buNone/>
            </a:pPr>
            <a:r>
              <a:rPr lang="en-US" sz="4560" b="1" dirty="0">
                <a:solidFill>
                  <a:srgbClr val="0B162A">
                    <a:alpha val="99000"/>
                  </a:srgbClr>
                </a:solidFill>
                <a:latin typeface="Manrope" pitchFamily="34" charset="0"/>
                <a:ea typeface="Manrope" pitchFamily="34" charset="-122"/>
                <a:cs typeface="Manrope" pitchFamily="34" charset="-120"/>
              </a:rPr>
              <a:t>MANROPE</a:t>
            </a:r>
            <a:endParaRPr lang="en-US" sz="4560" dirty="0"/>
          </a:p>
        </p:txBody>
      </p:sp>
      <p:sp>
        <p:nvSpPr>
          <p:cNvPr id="24" name="Text 11"/>
          <p:cNvSpPr/>
          <p:nvPr/>
        </p:nvSpPr>
        <p:spPr>
          <a:xfrm>
            <a:off x="2905125" y="447675"/>
            <a:ext cx="2443163" cy="161925"/>
          </a:xfrm>
          <a:prstGeom prst="rect">
            <a:avLst/>
          </a:prstGeom>
          <a:noFill/>
          <a:ln/>
        </p:spPr>
        <p:txBody>
          <a:bodyPr wrap="square" lIns="0" tIns="0" rIns="0" bIns="0" rtlCol="0" anchor="t"/>
          <a:lstStyle/>
          <a:p>
            <a:pPr algn="l" indent="0" marL="0">
              <a:lnSpc>
                <a:spcPts val="1245"/>
              </a:lnSpc>
              <a:buNone/>
            </a:pPr>
            <a:r>
              <a:rPr lang="en-US" sz="911" b="1" dirty="0">
                <a:solidFill>
                  <a:srgbClr val="1265FF">
                    <a:alpha val="99000"/>
                  </a:srgbClr>
                </a:solidFill>
                <a:latin typeface="Manrope" pitchFamily="34" charset="0"/>
                <a:ea typeface="Manrope" pitchFamily="34" charset="-122"/>
                <a:cs typeface="Manrope" pitchFamily="34" charset="-120"/>
              </a:rPr>
              <a:t>Famille recommandée</a:t>
            </a:r>
            <a:endParaRPr lang="en-US" sz="911" dirty="0"/>
          </a:p>
        </p:txBody>
      </p:sp>
      <p:sp>
        <p:nvSpPr>
          <p:cNvPr id="25" name="Text 12"/>
          <p:cNvSpPr/>
          <p:nvPr/>
        </p:nvSpPr>
        <p:spPr>
          <a:xfrm>
            <a:off x="2909888" y="3424238"/>
            <a:ext cx="2443163" cy="161925"/>
          </a:xfrm>
          <a:prstGeom prst="rect">
            <a:avLst/>
          </a:prstGeom>
          <a:noFill/>
          <a:ln/>
        </p:spPr>
        <p:txBody>
          <a:bodyPr wrap="square" lIns="0" tIns="0" rIns="0" bIns="0" rtlCol="0" anchor="t"/>
          <a:lstStyle/>
          <a:p>
            <a:pPr algn="l" indent="0" marL="0">
              <a:lnSpc>
                <a:spcPts val="1245"/>
              </a:lnSpc>
              <a:buNone/>
            </a:pPr>
            <a:r>
              <a:rPr lang="en-US" sz="911" b="1" dirty="0">
                <a:solidFill>
                  <a:srgbClr val="1265FF">
                    <a:alpha val="99000"/>
                  </a:srgbClr>
                </a:solidFill>
                <a:latin typeface="Manrope" pitchFamily="34" charset="0"/>
                <a:ea typeface="Manrope" pitchFamily="34" charset="-122"/>
                <a:cs typeface="Manrope" pitchFamily="34" charset="-120"/>
              </a:rPr>
              <a:t>Graisses conseillées.</a:t>
            </a:r>
            <a:endParaRPr lang="en-US" sz="911" dirty="0"/>
          </a:p>
        </p:txBody>
      </p:sp>
      <p:sp>
        <p:nvSpPr>
          <p:cNvPr id="26" name="Text 13"/>
          <p:cNvSpPr/>
          <p:nvPr/>
        </p:nvSpPr>
        <p:spPr>
          <a:xfrm>
            <a:off x="2905125" y="1366838"/>
            <a:ext cx="1334149" cy="456238"/>
          </a:xfrm>
          <a:prstGeom prst="rect">
            <a:avLst/>
          </a:prstGeom>
          <a:noFill/>
          <a:ln/>
        </p:spPr>
        <p:txBody>
          <a:bodyPr wrap="square" lIns="0" tIns="0" rIns="0" bIns="0" rtlCol="0" anchor="t"/>
          <a:lstStyle/>
          <a:p>
            <a:pPr algn="l" indent="0" marL="0">
              <a:lnSpc>
                <a:spcPts val="9041"/>
              </a:lnSpc>
              <a:buNone/>
            </a:pPr>
            <a:r>
              <a:rPr lang="en-US" sz="6619" b="1" dirty="0">
                <a:solidFill>
                  <a:srgbClr val="0B162A">
                    <a:alpha val="99000"/>
                  </a:srgbClr>
                </a:solidFill>
                <a:latin typeface="Manrope" pitchFamily="34" charset="0"/>
                <a:ea typeface="Manrope" pitchFamily="34" charset="-122"/>
                <a:cs typeface="Manrope" pitchFamily="34" charset="-120"/>
              </a:rPr>
              <a:t>Aa </a:t>
            </a:r>
            <a:endParaRPr lang="en-US" sz="6619" dirty="0"/>
          </a:p>
        </p:txBody>
      </p:sp>
      <p:sp>
        <p:nvSpPr>
          <p:cNvPr id="27" name="Text 14"/>
          <p:cNvSpPr/>
          <p:nvPr/>
        </p:nvSpPr>
        <p:spPr>
          <a:xfrm>
            <a:off x="4376738" y="1581150"/>
            <a:ext cx="4691063" cy="314325"/>
          </a:xfrm>
          <a:prstGeom prst="rect">
            <a:avLst/>
          </a:prstGeom>
          <a:noFill/>
          <a:ln/>
        </p:spPr>
        <p:txBody>
          <a:bodyPr wrap="square" lIns="0" tIns="0" rIns="0" bIns="0" rtlCol="0" anchor="t"/>
          <a:lstStyle/>
          <a:p>
            <a:pPr algn="l" indent="0" marL="0">
              <a:lnSpc>
                <a:spcPts val="2336"/>
              </a:lnSpc>
              <a:buNone/>
            </a:pPr>
            <a:r>
              <a:rPr lang="en-US" sz="1710" b="1" dirty="0">
                <a:solidFill>
                  <a:srgbClr val="0B162A">
                    <a:alpha val="99000"/>
                  </a:srgbClr>
                </a:solidFill>
                <a:latin typeface="Manrope" pitchFamily="34" charset="0"/>
                <a:ea typeface="Manrope" pitchFamily="34" charset="-122"/>
                <a:cs typeface="Manrope" pitchFamily="34" charset="-120"/>
              </a:rPr>
              <a:t>ABCDEFGHIJKLMNOPQRSTUVWXYZ</a:t>
            </a:r>
            <a:endParaRPr lang="en-US" sz="1710" dirty="0"/>
          </a:p>
        </p:txBody>
      </p:sp>
      <p:sp>
        <p:nvSpPr>
          <p:cNvPr id="28" name="Text 15"/>
          <p:cNvSpPr/>
          <p:nvPr/>
        </p:nvSpPr>
        <p:spPr>
          <a:xfrm>
            <a:off x="4376738" y="2081212"/>
            <a:ext cx="4691063" cy="314325"/>
          </a:xfrm>
          <a:prstGeom prst="rect">
            <a:avLst/>
          </a:prstGeom>
          <a:noFill/>
          <a:ln/>
        </p:spPr>
        <p:txBody>
          <a:bodyPr wrap="square" lIns="0" tIns="0" rIns="0" bIns="0" rtlCol="0" anchor="t"/>
          <a:lstStyle/>
          <a:p>
            <a:pPr algn="l" indent="0" marL="0">
              <a:lnSpc>
                <a:spcPts val="2336"/>
              </a:lnSpc>
              <a:buNone/>
            </a:pPr>
            <a:r>
              <a:rPr lang="en-US" sz="1710" b="1" dirty="0">
                <a:solidFill>
                  <a:srgbClr val="0B162A">
                    <a:alpha val="99000"/>
                  </a:srgbClr>
                </a:solidFill>
                <a:latin typeface="Manrope" pitchFamily="34" charset="0"/>
                <a:ea typeface="Manrope" pitchFamily="34" charset="-122"/>
                <a:cs typeface="Manrope" pitchFamily="34" charset="-120"/>
              </a:rPr>
              <a:t>abcdefghijklmnopqrstuvwxyz</a:t>
            </a:r>
            <a:endParaRPr lang="en-US" sz="1710" dirty="0"/>
          </a:p>
        </p:txBody>
      </p:sp>
      <p:sp>
        <p:nvSpPr>
          <p:cNvPr id="29" name="Text 16"/>
          <p:cNvSpPr/>
          <p:nvPr/>
        </p:nvSpPr>
        <p:spPr>
          <a:xfrm>
            <a:off x="4376738" y="2647950"/>
            <a:ext cx="4691063" cy="314325"/>
          </a:xfrm>
          <a:prstGeom prst="rect">
            <a:avLst/>
          </a:prstGeom>
          <a:noFill/>
          <a:ln/>
        </p:spPr>
        <p:txBody>
          <a:bodyPr wrap="square" lIns="0" tIns="0" rIns="0" bIns="0" rtlCol="0" anchor="t"/>
          <a:lstStyle/>
          <a:p>
            <a:pPr algn="l" indent="0" marL="0">
              <a:lnSpc>
                <a:spcPts val="2336"/>
              </a:lnSpc>
              <a:buNone/>
            </a:pPr>
            <a:r>
              <a:rPr lang="en-US" sz="1710" b="1" dirty="0">
                <a:solidFill>
                  <a:srgbClr val="0B162A">
                    <a:alpha val="99000"/>
                  </a:srgbClr>
                </a:solidFill>
                <a:latin typeface="Manrope" pitchFamily="34" charset="0"/>
                <a:ea typeface="Manrope" pitchFamily="34" charset="-122"/>
                <a:cs typeface="Manrope" pitchFamily="34" charset="-120"/>
              </a:rPr>
              <a:t>0123456789</a:t>
            </a:r>
            <a:endParaRPr lang="en-US" sz="1710" dirty="0"/>
          </a:p>
        </p:txBody>
      </p:sp>
      <p:sp>
        <p:nvSpPr>
          <p:cNvPr id="30" name="Text 17"/>
          <p:cNvSpPr/>
          <p:nvPr/>
        </p:nvSpPr>
        <p:spPr>
          <a:xfrm>
            <a:off x="2905125" y="3924300"/>
            <a:ext cx="2081212" cy="314325"/>
          </a:xfrm>
          <a:prstGeom prst="rect">
            <a:avLst/>
          </a:prstGeom>
          <a:noFill/>
          <a:ln/>
        </p:spPr>
        <p:txBody>
          <a:bodyPr wrap="square" lIns="0" tIns="0" rIns="0" bIns="0" rtlCol="0" anchor="t"/>
          <a:lstStyle/>
          <a:p>
            <a:pPr algn="l" indent="0" marL="0">
              <a:lnSpc>
                <a:spcPts val="2336"/>
              </a:lnSpc>
              <a:buNone/>
            </a:pPr>
            <a:r>
              <a:rPr lang="en-US" sz="1710" dirty="0">
                <a:solidFill>
                  <a:srgbClr val="0B162A">
                    <a:alpha val="99000"/>
                  </a:srgbClr>
                </a:solidFill>
                <a:latin typeface="Manrope" pitchFamily="34" charset="0"/>
                <a:ea typeface="Manrope" pitchFamily="34" charset="-122"/>
                <a:cs typeface="Manrope" pitchFamily="34" charset="-120"/>
              </a:rPr>
              <a:t>Regular</a:t>
            </a:r>
            <a:endParaRPr lang="en-US" sz="1710" dirty="0"/>
          </a:p>
        </p:txBody>
      </p:sp>
      <p:pic>
        <p:nvPicPr>
          <p:cNvPr id="31" name="Image 11" descr="preencoded.png">    </p:cNvPr>
          <p:cNvPicPr>
            <a:picLocks noChangeAspect="1"/>
          </p:cNvPicPr>
          <p:nvPr/>
        </p:nvPicPr>
        <p:blipFill>
          <a:blip r:embed="rId12"/>
          <a:srcRect l="0" r="0" t="0" b="0"/>
          <a:stretch/>
        </p:blipFill>
        <p:spPr>
          <a:xfrm>
            <a:off x="5634038" y="3819525"/>
            <a:ext cx="9525" cy="566738"/>
          </a:xfrm>
          <a:prstGeom prst="rect">
            <a:avLst/>
          </a:prstGeom>
        </p:spPr>
      </p:pic>
      <p:sp>
        <p:nvSpPr>
          <p:cNvPr id="32" name="Text 18"/>
          <p:cNvSpPr/>
          <p:nvPr/>
        </p:nvSpPr>
        <p:spPr>
          <a:xfrm>
            <a:off x="4448175" y="3924300"/>
            <a:ext cx="862013" cy="314325"/>
          </a:xfrm>
          <a:prstGeom prst="rect">
            <a:avLst/>
          </a:prstGeom>
          <a:noFill/>
          <a:ln/>
        </p:spPr>
        <p:txBody>
          <a:bodyPr wrap="square" lIns="0" tIns="0" rIns="0" bIns="0" rtlCol="0" anchor="t"/>
          <a:lstStyle/>
          <a:p>
            <a:pPr algn="l" indent="0" marL="0">
              <a:lnSpc>
                <a:spcPts val="2336"/>
              </a:lnSpc>
              <a:buNone/>
            </a:pPr>
            <a:r>
              <a:rPr lang="en-US" sz="1710" dirty="0">
                <a:solidFill>
                  <a:srgbClr val="0B162A">
                    <a:alpha val="99000"/>
                  </a:srgbClr>
                </a:solidFill>
                <a:latin typeface="Manrope" pitchFamily="34" charset="0"/>
                <a:ea typeface="Manrope" pitchFamily="34" charset="-122"/>
                <a:cs typeface="Manrope" pitchFamily="34" charset="-120"/>
              </a:rPr>
              <a:t>Medium</a:t>
            </a:r>
            <a:endParaRPr lang="en-US" sz="1710" dirty="0"/>
          </a:p>
        </p:txBody>
      </p:sp>
      <p:pic>
        <p:nvPicPr>
          <p:cNvPr id="33" name="Image 12" descr="preencoded.png">    </p:cNvPr>
          <p:cNvPicPr>
            <a:picLocks noChangeAspect="1"/>
          </p:cNvPicPr>
          <p:nvPr/>
        </p:nvPicPr>
        <p:blipFill>
          <a:blip r:embed="rId13"/>
          <a:srcRect l="0" r="0" t="0" b="0"/>
          <a:stretch/>
        </p:blipFill>
        <p:spPr>
          <a:xfrm>
            <a:off x="4210050" y="3819525"/>
            <a:ext cx="9525" cy="566738"/>
          </a:xfrm>
          <a:prstGeom prst="rect">
            <a:avLst/>
          </a:prstGeom>
        </p:spPr>
      </p:pic>
      <p:sp>
        <p:nvSpPr>
          <p:cNvPr id="34" name="Text 19"/>
          <p:cNvSpPr/>
          <p:nvPr/>
        </p:nvSpPr>
        <p:spPr>
          <a:xfrm>
            <a:off x="5915025" y="3924300"/>
            <a:ext cx="2081212" cy="314325"/>
          </a:xfrm>
          <a:prstGeom prst="rect">
            <a:avLst/>
          </a:prstGeom>
          <a:noFill/>
          <a:ln/>
        </p:spPr>
        <p:txBody>
          <a:bodyPr wrap="square" lIns="0" tIns="0" rIns="0" bIns="0" rtlCol="0" anchor="t"/>
          <a:lstStyle/>
          <a:p>
            <a:pPr algn="l" indent="0" marL="0">
              <a:lnSpc>
                <a:spcPts val="2336"/>
              </a:lnSpc>
              <a:buNone/>
            </a:pPr>
            <a:r>
              <a:rPr lang="en-US" sz="1710" b="1" dirty="0">
                <a:solidFill>
                  <a:srgbClr val="0B162A">
                    <a:alpha val="99000"/>
                  </a:srgbClr>
                </a:solidFill>
                <a:latin typeface="Manrope" pitchFamily="34" charset="0"/>
                <a:ea typeface="Manrope" pitchFamily="34" charset="-122"/>
                <a:cs typeface="Manrope" pitchFamily="34" charset="-120"/>
              </a:rPr>
              <a:t>SemiBold</a:t>
            </a:r>
            <a:endParaRPr lang="en-US" sz="1710" dirty="0"/>
          </a:p>
        </p:txBody>
      </p:sp>
      <p:pic>
        <p:nvPicPr>
          <p:cNvPr id="35" name="Image 13" descr="preencoded.png">    </p:cNvPr>
          <p:cNvPicPr>
            <a:picLocks noChangeAspect="1"/>
          </p:cNvPicPr>
          <p:nvPr/>
        </p:nvPicPr>
        <p:blipFill>
          <a:blip r:embed="rId14"/>
          <a:srcRect l="0" r="0" t="0" b="0"/>
          <a:stretch/>
        </p:blipFill>
        <p:spPr>
          <a:xfrm>
            <a:off x="7239000" y="3819525"/>
            <a:ext cx="9525" cy="56673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23838" y="1366838"/>
            <a:ext cx="2290763" cy="314325"/>
          </a:xfrm>
          <a:prstGeom prst="rect">
            <a:avLst/>
          </a:prstGeom>
          <a:noFill/>
          <a:ln/>
        </p:spPr>
        <p:txBody>
          <a:bodyPr wrap="square" lIns="0" tIns="0" rIns="0" bIns="0" rtlCol="0" anchor="t"/>
          <a:lstStyle/>
          <a:p>
            <a:pPr algn="l" indent="0" marL="0">
              <a:lnSpc>
                <a:spcPts val="3114"/>
              </a:lnSpc>
              <a:buNone/>
            </a:pPr>
            <a:r>
              <a:rPr lang="en-US" sz="2280" b="1" dirty="0">
                <a:solidFill>
                  <a:srgbClr val="0B162A">
                    <a:alpha val="99000"/>
                  </a:srgbClr>
                </a:solidFill>
                <a:latin typeface="Manrope" pitchFamily="34" charset="0"/>
                <a:ea typeface="Manrope" pitchFamily="34" charset="-122"/>
                <a:cs typeface="Manrope" pitchFamily="34" charset="-120"/>
              </a:rPr>
              <a:t>TYPOGRAPHIE </a:t>
            </a:r>
            <a:endParaRPr lang="en-US" sz="2280" dirty="0"/>
          </a:p>
        </p:txBody>
      </p:sp>
      <p:pic>
        <p:nvPicPr>
          <p:cNvPr id="3" name="Image 0" descr="preencoded.png">    </p:cNvPr>
          <p:cNvPicPr>
            <a:picLocks noChangeAspect="1"/>
          </p:cNvPicPr>
          <p:nvPr/>
        </p:nvPicPr>
        <p:blipFill>
          <a:blip r:embed="rId1"/>
          <a:srcRect l="0" r="0" t="0" b="0"/>
          <a:stretch/>
        </p:blipFill>
        <p:spPr>
          <a:xfrm>
            <a:off x="19050" y="1062038"/>
            <a:ext cx="2509856" cy="16669"/>
          </a:xfrm>
          <a:prstGeom prst="rect">
            <a:avLst/>
          </a:prstGeom>
        </p:spPr>
      </p:pic>
      <p:pic>
        <p:nvPicPr>
          <p:cNvPr id="4" name="Image 1" descr="preencoded.png">    </p:cNvPr>
          <p:cNvPicPr>
            <a:picLocks noChangeAspect="1"/>
          </p:cNvPicPr>
          <p:nvPr/>
        </p:nvPicPr>
        <p:blipFill>
          <a:blip r:embed="rId2"/>
          <a:srcRect l="0" r="-28571" t="0" b="185"/>
          <a:stretch/>
        </p:blipFill>
        <p:spPr>
          <a:xfrm>
            <a:off x="2514600" y="9525"/>
            <a:ext cx="42863" cy="5134006"/>
          </a:xfrm>
          <a:prstGeom prst="rect">
            <a:avLst/>
          </a:prstGeom>
        </p:spPr>
      </p:pic>
      <p:pic>
        <p:nvPicPr>
          <p:cNvPr id="5" name="Image 2" descr="preencoded.png">    </p:cNvPr>
          <p:cNvPicPr>
            <a:picLocks noChangeAspect="1"/>
          </p:cNvPicPr>
          <p:nvPr/>
        </p:nvPicPr>
        <p:blipFill>
          <a:blip r:embed="rId3"/>
          <a:srcRect l="0" r="0" t="0" b="0"/>
          <a:stretch/>
        </p:blipFill>
        <p:spPr>
          <a:xfrm>
            <a:off x="309563" y="9525"/>
            <a:ext cx="1404938" cy="1052513"/>
          </a:xfrm>
          <a:prstGeom prst="rect">
            <a:avLst/>
          </a:prstGeom>
        </p:spPr>
      </p:pic>
      <p:sp>
        <p:nvSpPr>
          <p:cNvPr id="6" name="Text 1"/>
          <p:cNvSpPr/>
          <p:nvPr/>
        </p:nvSpPr>
        <p:spPr>
          <a:xfrm>
            <a:off x="223838" y="1852612"/>
            <a:ext cx="1976438" cy="162447"/>
          </a:xfrm>
          <a:prstGeom prst="rect">
            <a:avLst/>
          </a:prstGeom>
          <a:noFill/>
          <a:ln/>
        </p:spPr>
        <p:txBody>
          <a:bodyPr wrap="square" lIns="0" tIns="0" rIns="0" bIns="0" rtlCol="0" anchor="t"/>
          <a:lstStyle/>
          <a:p>
            <a:pPr algn="l" indent="0" marL="0">
              <a:lnSpc>
                <a:spcPts val="973"/>
              </a:lnSpc>
              <a:buNone/>
            </a:pPr>
            <a:r>
              <a:rPr lang="en-US" sz="713" dirty="0">
                <a:solidFill>
                  <a:srgbClr val="0B162A">
                    <a:alpha val="99000"/>
                  </a:srgbClr>
                </a:solidFill>
                <a:latin typeface="Manrope" pitchFamily="34" charset="0"/>
                <a:ea typeface="Manrope" pitchFamily="34" charset="-122"/>
                <a:cs typeface="Manrope" pitchFamily="34" charset="-120"/>
              </a:rPr>
              <a:t>Le symbole ALT est construit à partir de formes géométriques simples et précises il évoque un « A » stylisé, symbole d’élévation et d’expertise. Son équilibre parfait traduit notre engagement envers la solidité, la précision et la valeur durable que nous construisons pour nos clients.</a:t>
            </a:r>
            <a:endParaRPr lang="en-US" sz="713" dirty="0"/>
          </a:p>
        </p:txBody>
      </p:sp>
      <p:sp>
        <p:nvSpPr>
          <p:cNvPr id="7" name="Text 2"/>
          <p:cNvSpPr/>
          <p:nvPr/>
        </p:nvSpPr>
        <p:spPr>
          <a:xfrm>
            <a:off x="223838" y="4672013"/>
            <a:ext cx="2081212" cy="147638"/>
          </a:xfrm>
          <a:prstGeom prst="rect">
            <a:avLst/>
          </a:prstGeom>
          <a:noFill/>
          <a:ln/>
        </p:spPr>
        <p:txBody>
          <a:bodyPr wrap="square" lIns="0" tIns="0" rIns="0" bIns="0" rtlCol="0" anchor="t"/>
          <a:lstStyle/>
          <a:p>
            <a:pPr algn="l" indent="0" marL="0">
              <a:lnSpc>
                <a:spcPts val="730"/>
              </a:lnSpc>
              <a:buNone/>
            </a:pPr>
            <a:r>
              <a:rPr lang="en-US" sz="534" dirty="0">
                <a:solidFill>
                  <a:srgbClr val="FFFFFF">
                    <a:alpha val="99000"/>
                  </a:srgbClr>
                </a:solidFill>
                <a:latin typeface="Manrope" pitchFamily="34" charset="0"/>
                <a:ea typeface="Manrope" pitchFamily="34" charset="-122"/>
                <a:cs typeface="Manrope" pitchFamily="34" charset="-120"/>
              </a:rPr>
              <a:t>            </a:t>
            </a:r>
            <a:pPr algn="l" indent="0" marL="0">
              <a:lnSpc>
                <a:spcPts val="730"/>
              </a:lnSpc>
              <a:buNone/>
            </a:pPr>
            <a:r>
              <a:rPr lang="en-US" sz="534" dirty="0">
                <a:solidFill>
                  <a:srgbClr val="2E3B46">
                    <a:alpha val="99000"/>
                  </a:srgbClr>
                </a:solidFill>
                <a:latin typeface="Manrope" pitchFamily="34" charset="0"/>
                <a:ea typeface="Manrope" pitchFamily="34" charset="-122"/>
                <a:cs typeface="Manrope" pitchFamily="34" charset="-120"/>
              </a:rPr>
              <a:t>NOTRE IDENTITÉ. NOS VALEURS. </a:t>
            </a:r>
            <a:pPr algn="l" indent="0" marL="0">
              <a:lnSpc>
                <a:spcPts val="730"/>
              </a:lnSpc>
              <a:buNone/>
            </a:pPr>
            <a:r>
              <a:rPr lang="en-US" sz="534" dirty="0">
                <a:solidFill>
                  <a:srgbClr val="005CFF">
                    <a:alpha val="99000"/>
                  </a:srgbClr>
                </a:solidFill>
                <a:latin typeface="Manrope" pitchFamily="34" charset="0"/>
                <a:ea typeface="Manrope" pitchFamily="34" charset="-122"/>
                <a:cs typeface="Manrope" pitchFamily="34" charset="-120"/>
              </a:rPr>
              <a:t>VOTRE CONFIANCE.</a:t>
            </a:r>
            <a:pPr algn="l" indent="0" marL="0">
              <a:lnSpc>
                <a:spcPts val="730"/>
              </a:lnSpc>
              <a:buNone/>
            </a:pPr>
            <a:r>
              <a:rPr lang="en-US" sz="534" dirty="0">
                <a:solidFill>
                  <a:srgbClr val="0B162A">
                    <a:alpha val="99000"/>
                  </a:srgbClr>
                </a:solidFill>
                <a:latin typeface="Manrope" pitchFamily="34" charset="0"/>
                <a:ea typeface="Manrope" pitchFamily="34" charset="-122"/>
                <a:cs typeface="Manrope" pitchFamily="34" charset="-120"/>
              </a:rPr>
              <a:t> </a:t>
            </a:r>
            <a:pPr algn="l" indent="0" marL="0">
              <a:lnSpc>
                <a:spcPts val="730"/>
              </a:lnSpc>
              <a:buNone/>
            </a:pPr>
            <a:r>
              <a:rPr lang="en-US" sz="534" dirty="0">
                <a:solidFill>
                  <a:srgbClr val="FFFFFF">
                    <a:alpha val="99000"/>
                  </a:srgbClr>
                </a:solidFill>
                <a:latin typeface="Manrope" pitchFamily="34" charset="0"/>
                <a:ea typeface="Manrope" pitchFamily="34" charset="-122"/>
                <a:cs typeface="Manrope" pitchFamily="34" charset="-120"/>
              </a:rPr>
              <a:t>solutions simples et transparentes, centrées sur vos objectifs.</a:t>
            </a:r>
            <a:endParaRPr lang="en-US" sz="534" dirty="0"/>
          </a:p>
        </p:txBody>
      </p:sp>
      <p:pic>
        <p:nvPicPr>
          <p:cNvPr id="8" name="Image 3" descr="preencoded.png">    </p:cNvPr>
          <p:cNvPicPr>
            <a:picLocks noChangeAspect="1"/>
          </p:cNvPicPr>
          <p:nvPr/>
        </p:nvPicPr>
        <p:blipFill>
          <a:blip r:embed="rId4"/>
          <a:srcRect l="0" r="0" t="0" b="0"/>
          <a:stretch/>
        </p:blipFill>
        <p:spPr>
          <a:xfrm>
            <a:off x="90488" y="4614863"/>
            <a:ext cx="233362" cy="233362"/>
          </a:xfrm>
          <a:prstGeom prst="rect">
            <a:avLst/>
          </a:prstGeom>
        </p:spPr>
      </p:pic>
      <p:sp>
        <p:nvSpPr>
          <p:cNvPr id="9" name="Text 3"/>
          <p:cNvSpPr/>
          <p:nvPr/>
        </p:nvSpPr>
        <p:spPr>
          <a:xfrm>
            <a:off x="7348538" y="4748213"/>
            <a:ext cx="1323975" cy="471488"/>
          </a:xfrm>
          <a:prstGeom prst="rect">
            <a:avLst/>
          </a:prstGeom>
          <a:noFill/>
          <a:ln/>
        </p:spPr>
        <p:txBody>
          <a:bodyPr wrap="square" lIns="0" tIns="0" rIns="0" bIns="0" rtlCol="0" anchor="t"/>
          <a:lstStyle/>
          <a:p>
            <a:pPr algn="r" indent="0" marL="0">
              <a:lnSpc>
                <a:spcPts val="1557"/>
              </a:lnSpc>
              <a:buNone/>
            </a:pPr>
            <a:r>
              <a:rPr lang="en-US" sz="1140" dirty="0">
                <a:solidFill>
                  <a:srgbClr val="0B162A">
                    <a:alpha val="99000"/>
                  </a:srgbClr>
                </a:solidFill>
                <a:latin typeface="Manrope" pitchFamily="34" charset="0"/>
                <a:ea typeface="Manrope" pitchFamily="34" charset="-122"/>
                <a:cs typeface="Manrope" pitchFamily="34" charset="-120"/>
              </a:rPr>
              <a:t>12</a:t>
            </a:r>
            <a:pPr algn="r"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 </a:t>
            </a:r>
            <a:pPr algn="r" indent="0" marL="0">
              <a:lnSpc>
                <a:spcPts val="1557"/>
              </a:lnSpc>
              <a:buNone/>
            </a:pPr>
            <a:r>
              <a:rPr lang="en-US" sz="1140" dirty="0">
                <a:solidFill>
                  <a:srgbClr val="005CFF">
                    <a:alpha val="99000"/>
                  </a:srgbClr>
                </a:solidFill>
                <a:latin typeface="Manrope" pitchFamily="34" charset="0"/>
                <a:ea typeface="Manrope" pitchFamily="34" charset="-122"/>
                <a:cs typeface="Manrope" pitchFamily="34" charset="-120"/>
              </a:rPr>
              <a:t>/</a:t>
            </a:r>
            <a:pPr algn="r"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 </a:t>
            </a:r>
            <a:pPr algn="r" indent="0" marL="0">
              <a:lnSpc>
                <a:spcPts val="1557"/>
              </a:lnSpc>
              <a:buNone/>
            </a:pPr>
            <a:r>
              <a:rPr lang="en-US" sz="1140" dirty="0">
                <a:solidFill>
                  <a:srgbClr val="0B162A">
                    <a:alpha val="99000"/>
                  </a:srgbClr>
                </a:solidFill>
                <a:latin typeface="Manrope" pitchFamily="34" charset="0"/>
                <a:ea typeface="Manrope" pitchFamily="34" charset="-122"/>
                <a:cs typeface="Manrope" pitchFamily="34" charset="-120"/>
              </a:rPr>
              <a:t>22</a:t>
            </a:r>
            <a:endParaRPr lang="en-US" sz="1140" dirty="0"/>
          </a:p>
        </p:txBody>
      </p:sp>
      <p:pic>
        <p:nvPicPr>
          <p:cNvPr id="10" name="Image 4" descr="preencoded.png">    </p:cNvPr>
          <p:cNvPicPr>
            <a:picLocks noChangeAspect="1"/>
          </p:cNvPicPr>
          <p:nvPr/>
        </p:nvPicPr>
        <p:blipFill>
          <a:blip r:embed="rId5"/>
          <a:srcRect l="0" r="0" t="0" b="0"/>
          <a:stretch/>
        </p:blipFill>
        <p:spPr>
          <a:xfrm>
            <a:off x="223838" y="2890838"/>
            <a:ext cx="514350" cy="38100"/>
          </a:xfrm>
          <a:prstGeom prst="rect">
            <a:avLst/>
          </a:prstGeom>
        </p:spPr>
      </p:pic>
      <p:pic>
        <p:nvPicPr>
          <p:cNvPr id="11" name="Image 5" descr="preencoded.png">    </p:cNvPr>
          <p:cNvPicPr>
            <a:picLocks noChangeAspect="1"/>
          </p:cNvPicPr>
          <p:nvPr/>
        </p:nvPicPr>
        <p:blipFill>
          <a:blip r:embed="rId6"/>
          <a:srcRect l="0" r="0" t="0" b="0"/>
          <a:stretch/>
        </p:blipFill>
        <p:spPr>
          <a:xfrm>
            <a:off x="104775" y="3462338"/>
            <a:ext cx="85725" cy="104775"/>
          </a:xfrm>
          <a:prstGeom prst="rect">
            <a:avLst/>
          </a:prstGeom>
        </p:spPr>
      </p:pic>
      <p:sp>
        <p:nvSpPr>
          <p:cNvPr id="12" name="Text 4"/>
          <p:cNvSpPr/>
          <p:nvPr/>
        </p:nvSpPr>
        <p:spPr>
          <a:xfrm>
            <a:off x="219075" y="3462338"/>
            <a:ext cx="1976438" cy="162447"/>
          </a:xfrm>
          <a:prstGeom prst="rect">
            <a:avLst/>
          </a:prstGeom>
          <a:noFill/>
          <a:ln/>
        </p:spPr>
        <p:txBody>
          <a:bodyPr wrap="square" lIns="0" tIns="0" rIns="0" bIns="0" rtlCol="0" anchor="t"/>
          <a:lstStyle/>
          <a:p>
            <a:pPr algn="l" indent="0" marL="0">
              <a:lnSpc>
                <a:spcPts val="730"/>
              </a:lnSpc>
              <a:buNone/>
            </a:pPr>
            <a:r>
              <a:rPr lang="en-US" sz="534" b="1" dirty="0">
                <a:solidFill>
                  <a:srgbClr val="000000">
                    <a:alpha val="99000"/>
                  </a:srgbClr>
                </a:solidFill>
                <a:latin typeface="Manrope" pitchFamily="34" charset="0"/>
                <a:ea typeface="Manrope" pitchFamily="34" charset="-122"/>
                <a:cs typeface="Manrope" pitchFamily="34" charset="-120"/>
              </a:rPr>
              <a:t> Style moderne</a:t>
            </a:r>
            <a:endParaRPr lang="en-US" sz="534" dirty="0"/>
          </a:p>
        </p:txBody>
      </p:sp>
      <p:sp>
        <p:nvSpPr>
          <p:cNvPr id="13" name="Text 5"/>
          <p:cNvSpPr/>
          <p:nvPr/>
        </p:nvSpPr>
        <p:spPr>
          <a:xfrm>
            <a:off x="223838" y="3686175"/>
            <a:ext cx="1976438" cy="162447"/>
          </a:xfrm>
          <a:prstGeom prst="rect">
            <a:avLst/>
          </a:prstGeom>
          <a:noFill/>
          <a:ln/>
        </p:spPr>
        <p:txBody>
          <a:bodyPr wrap="square" lIns="0" tIns="0" rIns="0" bIns="0" rtlCol="0" anchor="t"/>
          <a:lstStyle/>
          <a:p>
            <a:pPr algn="l" indent="0" marL="0">
              <a:lnSpc>
                <a:spcPts val="730"/>
              </a:lnSpc>
              <a:buNone/>
            </a:pPr>
            <a:r>
              <a:rPr lang="en-US" sz="534" b="1" dirty="0">
                <a:solidFill>
                  <a:srgbClr val="0B162A">
                    <a:alpha val="99000"/>
                  </a:srgbClr>
                </a:solidFill>
                <a:latin typeface="Manrope" pitchFamily="34" charset="0"/>
                <a:ea typeface="Manrope" pitchFamily="34" charset="-122"/>
                <a:cs typeface="Manrope" pitchFamily="34" charset="-120"/>
              </a:rPr>
              <a:t>Adaptée au web et à l’impression</a:t>
            </a:r>
            <a:endParaRPr lang="en-US" sz="534" dirty="0"/>
          </a:p>
        </p:txBody>
      </p:sp>
      <p:pic>
        <p:nvPicPr>
          <p:cNvPr id="14" name="Image 6" descr="preencoded.png">    </p:cNvPr>
          <p:cNvPicPr>
            <a:picLocks noChangeAspect="1"/>
          </p:cNvPicPr>
          <p:nvPr/>
        </p:nvPicPr>
        <p:blipFill>
          <a:blip r:embed="rId7"/>
          <a:srcRect l="0" r="0" t="0" b="0"/>
          <a:stretch/>
        </p:blipFill>
        <p:spPr>
          <a:xfrm>
            <a:off x="104775" y="3695700"/>
            <a:ext cx="85725" cy="104775"/>
          </a:xfrm>
          <a:prstGeom prst="rect">
            <a:avLst/>
          </a:prstGeom>
        </p:spPr>
      </p:pic>
      <p:pic>
        <p:nvPicPr>
          <p:cNvPr id="15" name="Image 7" descr="preencoded.png">    </p:cNvPr>
          <p:cNvPicPr>
            <a:picLocks noChangeAspect="1"/>
          </p:cNvPicPr>
          <p:nvPr/>
        </p:nvPicPr>
        <p:blipFill>
          <a:blip r:embed="rId8"/>
          <a:srcRect l="0" r="0" t="NaN" b="-Infinity"/>
          <a:stretch/>
        </p:blipFill>
        <p:spPr>
          <a:xfrm>
            <a:off x="6724650" y="3057525"/>
            <a:ext cx="152400" cy="9525"/>
          </a:xfrm>
          <a:prstGeom prst="rect">
            <a:avLst/>
          </a:prstGeom>
        </p:spPr>
      </p:pic>
      <p:sp>
        <p:nvSpPr>
          <p:cNvPr id="16" name="Shape 6"/>
          <p:cNvSpPr/>
          <p:nvPr/>
        </p:nvSpPr>
        <p:spPr>
          <a:xfrm>
            <a:off x="6724650" y="3033713"/>
            <a:ext cx="47625" cy="47625"/>
          </a:xfrm>
          <a:prstGeom prst="ellipse">
            <a:avLst/>
          </a:prstGeom>
          <a:solidFill>
            <a:srgbClr val="FFFFFF"/>
          </a:solidFill>
          <a:ln/>
        </p:spPr>
      </p:sp>
      <p:pic>
        <p:nvPicPr>
          <p:cNvPr id="17" name="Image 8" descr="preencoded.png">    </p:cNvPr>
          <p:cNvPicPr>
            <a:picLocks noChangeAspect="1"/>
          </p:cNvPicPr>
          <p:nvPr/>
        </p:nvPicPr>
        <p:blipFill>
          <a:blip r:embed="rId9"/>
          <a:srcRect l="0" r="0" t="0" b="0"/>
          <a:stretch/>
        </p:blipFill>
        <p:spPr>
          <a:xfrm>
            <a:off x="104775" y="3224213"/>
            <a:ext cx="85725" cy="104775"/>
          </a:xfrm>
          <a:prstGeom prst="rect">
            <a:avLst/>
          </a:prstGeom>
        </p:spPr>
      </p:pic>
      <p:sp>
        <p:nvSpPr>
          <p:cNvPr id="18" name="Text 7"/>
          <p:cNvSpPr/>
          <p:nvPr/>
        </p:nvSpPr>
        <p:spPr>
          <a:xfrm>
            <a:off x="223838" y="3224213"/>
            <a:ext cx="1976438" cy="162447"/>
          </a:xfrm>
          <a:prstGeom prst="rect">
            <a:avLst/>
          </a:prstGeom>
          <a:noFill/>
          <a:ln/>
        </p:spPr>
        <p:txBody>
          <a:bodyPr wrap="square" lIns="0" tIns="0" rIns="0" bIns="0" rtlCol="0" anchor="t"/>
          <a:lstStyle/>
          <a:p>
            <a:pPr algn="l" indent="0" marL="0">
              <a:lnSpc>
                <a:spcPts val="730"/>
              </a:lnSpc>
              <a:buNone/>
            </a:pPr>
            <a:r>
              <a:rPr lang="en-US" sz="534" b="1" dirty="0">
                <a:solidFill>
                  <a:srgbClr val="000000">
                    <a:alpha val="99000"/>
                  </a:srgbClr>
                </a:solidFill>
                <a:latin typeface="Manrope" pitchFamily="34" charset="0"/>
                <a:ea typeface="Manrope" pitchFamily="34" charset="-122"/>
                <a:cs typeface="Manrope" pitchFamily="34" charset="-120"/>
              </a:rPr>
              <a:t>Lisibilité optimale</a:t>
            </a:r>
            <a:endParaRPr lang="en-US" sz="534" dirty="0"/>
          </a:p>
        </p:txBody>
      </p:sp>
      <p:pic>
        <p:nvPicPr>
          <p:cNvPr id="19" name="Image 9" descr="preencoded.png">    </p:cNvPr>
          <p:cNvPicPr>
            <a:picLocks noChangeAspect="1"/>
          </p:cNvPicPr>
          <p:nvPr/>
        </p:nvPicPr>
        <p:blipFill>
          <a:blip r:embed="rId10"/>
          <a:srcRect l="0" r="0" t="0" b="0"/>
          <a:stretch/>
        </p:blipFill>
        <p:spPr>
          <a:xfrm>
            <a:off x="2971800" y="2014537"/>
            <a:ext cx="5700713" cy="14288"/>
          </a:xfrm>
          <a:prstGeom prst="rect">
            <a:avLst/>
          </a:prstGeom>
        </p:spPr>
      </p:pic>
      <p:sp>
        <p:nvSpPr>
          <p:cNvPr id="20" name="Shape 8"/>
          <p:cNvSpPr/>
          <p:nvPr/>
        </p:nvSpPr>
        <p:spPr>
          <a:xfrm>
            <a:off x="5967413" y="2138363"/>
            <a:ext cx="47625" cy="47625"/>
          </a:xfrm>
          <a:prstGeom prst="ellipse">
            <a:avLst/>
          </a:prstGeom>
          <a:solidFill>
            <a:srgbClr val="FFFFFF"/>
          </a:solidFill>
          <a:ln/>
        </p:spPr>
      </p:sp>
      <p:pic>
        <p:nvPicPr>
          <p:cNvPr id="21" name="Image 10" descr="preencoded.png">    </p:cNvPr>
          <p:cNvPicPr>
            <a:picLocks noChangeAspect="1"/>
          </p:cNvPicPr>
          <p:nvPr/>
        </p:nvPicPr>
        <p:blipFill>
          <a:blip r:embed="rId11"/>
          <a:srcRect l="0" r="0" t="NaN" b="-Infinity"/>
          <a:stretch/>
        </p:blipFill>
        <p:spPr>
          <a:xfrm>
            <a:off x="6015037" y="2162175"/>
            <a:ext cx="171450" cy="9525"/>
          </a:xfrm>
          <a:prstGeom prst="rect">
            <a:avLst/>
          </a:prstGeom>
        </p:spPr>
      </p:pic>
      <p:pic>
        <p:nvPicPr>
          <p:cNvPr id="22" name="Image 11" descr="preencoded.png">    </p:cNvPr>
          <p:cNvPicPr>
            <a:picLocks noChangeAspect="1"/>
          </p:cNvPicPr>
          <p:nvPr/>
        </p:nvPicPr>
        <p:blipFill>
          <a:blip r:embed="rId12"/>
          <a:srcRect l="0" r="0" t="0" b="0"/>
          <a:stretch/>
        </p:blipFill>
        <p:spPr>
          <a:xfrm>
            <a:off x="2971800" y="1057275"/>
            <a:ext cx="5700713" cy="14288"/>
          </a:xfrm>
          <a:prstGeom prst="rect">
            <a:avLst/>
          </a:prstGeom>
        </p:spPr>
      </p:pic>
      <p:sp>
        <p:nvSpPr>
          <p:cNvPr id="23" name="Text 9"/>
          <p:cNvSpPr/>
          <p:nvPr/>
        </p:nvSpPr>
        <p:spPr>
          <a:xfrm>
            <a:off x="2971800" y="409575"/>
            <a:ext cx="2443163" cy="161925"/>
          </a:xfrm>
          <a:prstGeom prst="rect">
            <a:avLst/>
          </a:prstGeom>
          <a:noFill/>
          <a:ln/>
        </p:spPr>
        <p:txBody>
          <a:bodyPr wrap="square" lIns="0" tIns="0" rIns="0" bIns="0" rtlCol="0" anchor="t"/>
          <a:lstStyle/>
          <a:p>
            <a:pPr algn="l" indent="0" marL="0">
              <a:lnSpc>
                <a:spcPts val="2336"/>
              </a:lnSpc>
              <a:buNone/>
            </a:pPr>
            <a:r>
              <a:rPr lang="en-US" sz="1710" b="1" dirty="0">
                <a:solidFill>
                  <a:srgbClr val="1265FF">
                    <a:alpha val="99000"/>
                  </a:srgbClr>
                </a:solidFill>
                <a:latin typeface="Manrope" pitchFamily="34" charset="0"/>
                <a:ea typeface="Manrope" pitchFamily="34" charset="-122"/>
                <a:cs typeface="Manrope" pitchFamily="34" charset="-120"/>
              </a:rPr>
              <a:t>H1</a:t>
            </a:r>
            <a:endParaRPr lang="en-US" sz="1710" dirty="0"/>
          </a:p>
        </p:txBody>
      </p:sp>
      <p:pic>
        <p:nvPicPr>
          <p:cNvPr id="24" name="Image 12" descr="preencoded.png">    </p:cNvPr>
          <p:cNvPicPr>
            <a:picLocks noChangeAspect="1"/>
          </p:cNvPicPr>
          <p:nvPr/>
        </p:nvPicPr>
        <p:blipFill>
          <a:blip r:embed="rId13"/>
          <a:srcRect l="0" r="0" t="0" b="0"/>
          <a:stretch/>
        </p:blipFill>
        <p:spPr>
          <a:xfrm>
            <a:off x="2976563" y="3000375"/>
            <a:ext cx="5700713" cy="14288"/>
          </a:xfrm>
          <a:prstGeom prst="rect">
            <a:avLst/>
          </a:prstGeom>
        </p:spPr>
      </p:pic>
      <p:pic>
        <p:nvPicPr>
          <p:cNvPr id="25" name="Image 13" descr="preencoded.png">    </p:cNvPr>
          <p:cNvPicPr>
            <a:picLocks noChangeAspect="1"/>
          </p:cNvPicPr>
          <p:nvPr/>
        </p:nvPicPr>
        <p:blipFill>
          <a:blip r:embed="rId14"/>
          <a:srcRect l="0" r="0" t="0" b="0"/>
          <a:stretch/>
        </p:blipFill>
        <p:spPr>
          <a:xfrm>
            <a:off x="2971800" y="3976687"/>
            <a:ext cx="5700713" cy="14288"/>
          </a:xfrm>
          <a:prstGeom prst="rect">
            <a:avLst/>
          </a:prstGeom>
        </p:spPr>
      </p:pic>
      <p:sp>
        <p:nvSpPr>
          <p:cNvPr id="26" name="Text 10"/>
          <p:cNvSpPr/>
          <p:nvPr/>
        </p:nvSpPr>
        <p:spPr>
          <a:xfrm>
            <a:off x="4291013" y="538163"/>
            <a:ext cx="2290763" cy="314325"/>
          </a:xfrm>
          <a:prstGeom prst="rect">
            <a:avLst/>
          </a:prstGeom>
          <a:noFill/>
          <a:ln/>
        </p:spPr>
        <p:txBody>
          <a:bodyPr wrap="square" lIns="0" tIns="0" rIns="0" bIns="0" rtlCol="0" anchor="t"/>
          <a:lstStyle/>
          <a:p>
            <a:pPr algn="l" indent="0" marL="0">
              <a:lnSpc>
                <a:spcPts val="3114"/>
              </a:lnSpc>
              <a:buNone/>
            </a:pPr>
            <a:r>
              <a:rPr lang="en-US" sz="2280" b="1" dirty="0">
                <a:solidFill>
                  <a:srgbClr val="0B162A">
                    <a:alpha val="99000"/>
                  </a:srgbClr>
                </a:solidFill>
                <a:latin typeface="Manrope" pitchFamily="34" charset="0"/>
                <a:ea typeface="Manrope" pitchFamily="34" charset="-122"/>
                <a:cs typeface="Manrope" pitchFamily="34" charset="-120"/>
              </a:rPr>
              <a:t>Titre principal</a:t>
            </a:r>
            <a:endParaRPr lang="en-US" sz="2280" dirty="0"/>
          </a:p>
        </p:txBody>
      </p:sp>
      <p:sp>
        <p:nvSpPr>
          <p:cNvPr id="27" name="Text 11"/>
          <p:cNvSpPr/>
          <p:nvPr/>
        </p:nvSpPr>
        <p:spPr>
          <a:xfrm>
            <a:off x="4291013" y="1381125"/>
            <a:ext cx="3357563" cy="314325"/>
          </a:xfrm>
          <a:prstGeom prst="rect">
            <a:avLst/>
          </a:prstGeom>
          <a:noFill/>
          <a:ln/>
        </p:spPr>
        <p:txBody>
          <a:bodyPr wrap="square" lIns="0" tIns="0" rIns="0" bIns="0" rtlCol="0" anchor="t"/>
          <a:lstStyle/>
          <a:p>
            <a:pPr algn="l" indent="0" marL="0">
              <a:lnSpc>
                <a:spcPts val="2336"/>
              </a:lnSpc>
              <a:buNone/>
            </a:pPr>
            <a:r>
              <a:rPr lang="en-US" sz="1710" b="1" dirty="0">
                <a:solidFill>
                  <a:srgbClr val="0B162A">
                    <a:alpha val="99000"/>
                  </a:srgbClr>
                </a:solidFill>
                <a:latin typeface="Manrope" pitchFamily="34" charset="0"/>
                <a:ea typeface="Manrope" pitchFamily="34" charset="-122"/>
                <a:cs typeface="Manrope" pitchFamily="34" charset="-120"/>
              </a:rPr>
              <a:t>Sous-titre de section </a:t>
            </a:r>
            <a:endParaRPr lang="en-US" sz="1710" dirty="0"/>
          </a:p>
        </p:txBody>
      </p:sp>
      <p:pic>
        <p:nvPicPr>
          <p:cNvPr id="28" name="Image 14" descr="preencoded.png">    </p:cNvPr>
          <p:cNvPicPr>
            <a:picLocks noChangeAspect="1"/>
          </p:cNvPicPr>
          <p:nvPr/>
        </p:nvPicPr>
        <p:blipFill>
          <a:blip r:embed="rId15"/>
          <a:srcRect l="0" r="0" t="0" b="0"/>
          <a:stretch/>
        </p:blipFill>
        <p:spPr>
          <a:xfrm>
            <a:off x="4081463" y="409575"/>
            <a:ext cx="9525" cy="566738"/>
          </a:xfrm>
          <a:prstGeom prst="rect">
            <a:avLst/>
          </a:prstGeom>
        </p:spPr>
      </p:pic>
      <p:pic>
        <p:nvPicPr>
          <p:cNvPr id="29" name="Image 15" descr="preencoded.png">    </p:cNvPr>
          <p:cNvPicPr>
            <a:picLocks noChangeAspect="1"/>
          </p:cNvPicPr>
          <p:nvPr/>
        </p:nvPicPr>
        <p:blipFill>
          <a:blip r:embed="rId16"/>
          <a:srcRect l="0" r="0" t="0" b="0"/>
          <a:stretch/>
        </p:blipFill>
        <p:spPr>
          <a:xfrm>
            <a:off x="4081463" y="1285875"/>
            <a:ext cx="9525" cy="566738"/>
          </a:xfrm>
          <a:prstGeom prst="rect">
            <a:avLst/>
          </a:prstGeom>
        </p:spPr>
      </p:pic>
      <p:pic>
        <p:nvPicPr>
          <p:cNvPr id="30" name="Image 16" descr="preencoded.png">    </p:cNvPr>
          <p:cNvPicPr>
            <a:picLocks noChangeAspect="1"/>
          </p:cNvPicPr>
          <p:nvPr/>
        </p:nvPicPr>
        <p:blipFill>
          <a:blip r:embed="rId17"/>
          <a:srcRect l="0" r="0" t="0" b="0"/>
          <a:stretch/>
        </p:blipFill>
        <p:spPr>
          <a:xfrm>
            <a:off x="4081463" y="2286000"/>
            <a:ext cx="9525" cy="566738"/>
          </a:xfrm>
          <a:prstGeom prst="rect">
            <a:avLst/>
          </a:prstGeom>
        </p:spPr>
      </p:pic>
      <p:pic>
        <p:nvPicPr>
          <p:cNvPr id="31" name="Image 17" descr="preencoded.png">    </p:cNvPr>
          <p:cNvPicPr>
            <a:picLocks noChangeAspect="1"/>
          </p:cNvPicPr>
          <p:nvPr/>
        </p:nvPicPr>
        <p:blipFill>
          <a:blip r:embed="rId18"/>
          <a:srcRect l="0" r="0" t="0" b="0"/>
          <a:stretch/>
        </p:blipFill>
        <p:spPr>
          <a:xfrm>
            <a:off x="4081463" y="3276600"/>
            <a:ext cx="9525" cy="566738"/>
          </a:xfrm>
          <a:prstGeom prst="rect">
            <a:avLst/>
          </a:prstGeom>
        </p:spPr>
      </p:pic>
      <p:pic>
        <p:nvPicPr>
          <p:cNvPr id="32" name="Image 18" descr="preencoded.png">    </p:cNvPr>
          <p:cNvPicPr>
            <a:picLocks noChangeAspect="1"/>
          </p:cNvPicPr>
          <p:nvPr/>
        </p:nvPicPr>
        <p:blipFill>
          <a:blip r:embed="rId19"/>
          <a:srcRect l="0" r="0" t="0" b="0"/>
          <a:stretch/>
        </p:blipFill>
        <p:spPr>
          <a:xfrm>
            <a:off x="4081463" y="4276725"/>
            <a:ext cx="9525" cy="566738"/>
          </a:xfrm>
          <a:prstGeom prst="rect">
            <a:avLst/>
          </a:prstGeom>
        </p:spPr>
      </p:pic>
      <p:sp>
        <p:nvSpPr>
          <p:cNvPr id="33" name="Text 12"/>
          <p:cNvSpPr/>
          <p:nvPr/>
        </p:nvSpPr>
        <p:spPr>
          <a:xfrm>
            <a:off x="2971800" y="1204913"/>
            <a:ext cx="2443163" cy="161925"/>
          </a:xfrm>
          <a:prstGeom prst="rect">
            <a:avLst/>
          </a:prstGeom>
          <a:noFill/>
          <a:ln/>
        </p:spPr>
        <p:txBody>
          <a:bodyPr wrap="square" lIns="0" tIns="0" rIns="0" bIns="0" rtlCol="0" anchor="t"/>
          <a:lstStyle/>
          <a:p>
            <a:pPr algn="l" indent="0" marL="0">
              <a:lnSpc>
                <a:spcPts val="2336"/>
              </a:lnSpc>
              <a:buNone/>
            </a:pPr>
            <a:r>
              <a:rPr lang="en-US" sz="1710" b="1" dirty="0">
                <a:solidFill>
                  <a:srgbClr val="1265FF">
                    <a:alpha val="99000"/>
                  </a:srgbClr>
                </a:solidFill>
                <a:latin typeface="Manrope" pitchFamily="34" charset="0"/>
                <a:ea typeface="Manrope" pitchFamily="34" charset="-122"/>
                <a:cs typeface="Manrope" pitchFamily="34" charset="-120"/>
              </a:rPr>
              <a:t>H2</a:t>
            </a:r>
            <a:endParaRPr lang="en-US" sz="1710" dirty="0"/>
          </a:p>
        </p:txBody>
      </p:sp>
      <p:sp>
        <p:nvSpPr>
          <p:cNvPr id="34" name="Text 13"/>
          <p:cNvSpPr/>
          <p:nvPr/>
        </p:nvSpPr>
        <p:spPr>
          <a:xfrm>
            <a:off x="2971800" y="2176463"/>
            <a:ext cx="2443163" cy="161925"/>
          </a:xfrm>
          <a:prstGeom prst="rect">
            <a:avLst/>
          </a:prstGeom>
          <a:noFill/>
          <a:ln/>
        </p:spPr>
        <p:txBody>
          <a:bodyPr wrap="square" lIns="0" tIns="0" rIns="0" bIns="0" rtlCol="0" anchor="t"/>
          <a:lstStyle/>
          <a:p>
            <a:pPr algn="l" indent="0" marL="0">
              <a:lnSpc>
                <a:spcPts val="2336"/>
              </a:lnSpc>
              <a:buNone/>
            </a:pPr>
            <a:r>
              <a:rPr lang="en-US" sz="1710" b="1" dirty="0">
                <a:solidFill>
                  <a:srgbClr val="1265FF">
                    <a:alpha val="99000"/>
                  </a:srgbClr>
                </a:solidFill>
                <a:latin typeface="Manrope" pitchFamily="34" charset="0"/>
                <a:ea typeface="Manrope" pitchFamily="34" charset="-122"/>
                <a:cs typeface="Manrope" pitchFamily="34" charset="-120"/>
              </a:rPr>
              <a:t>Corps</a:t>
            </a:r>
            <a:endParaRPr lang="en-US" sz="1710" dirty="0"/>
          </a:p>
        </p:txBody>
      </p:sp>
      <p:sp>
        <p:nvSpPr>
          <p:cNvPr id="35" name="Text 14"/>
          <p:cNvSpPr/>
          <p:nvPr/>
        </p:nvSpPr>
        <p:spPr>
          <a:xfrm>
            <a:off x="2971800" y="3324225"/>
            <a:ext cx="2443163" cy="161925"/>
          </a:xfrm>
          <a:prstGeom prst="rect">
            <a:avLst/>
          </a:prstGeom>
          <a:noFill/>
          <a:ln/>
        </p:spPr>
        <p:txBody>
          <a:bodyPr wrap="square" lIns="0" tIns="0" rIns="0" bIns="0" rtlCol="0" anchor="t"/>
          <a:lstStyle/>
          <a:p>
            <a:pPr algn="l" indent="0" marL="0">
              <a:lnSpc>
                <a:spcPts val="2336"/>
              </a:lnSpc>
              <a:buNone/>
            </a:pPr>
            <a:r>
              <a:rPr lang="en-US" sz="1710" b="1" dirty="0">
                <a:solidFill>
                  <a:srgbClr val="1265FF">
                    <a:alpha val="99000"/>
                  </a:srgbClr>
                </a:solidFill>
                <a:latin typeface="Manrope" pitchFamily="34" charset="0"/>
                <a:ea typeface="Manrope" pitchFamily="34" charset="-122"/>
                <a:cs typeface="Manrope" pitchFamily="34" charset="-120"/>
              </a:rPr>
              <a:t>Légende</a:t>
            </a:r>
            <a:endParaRPr lang="en-US" sz="1710" dirty="0"/>
          </a:p>
        </p:txBody>
      </p:sp>
      <p:sp>
        <p:nvSpPr>
          <p:cNvPr id="36" name="Text 15"/>
          <p:cNvSpPr/>
          <p:nvPr/>
        </p:nvSpPr>
        <p:spPr>
          <a:xfrm>
            <a:off x="2976563" y="4033837"/>
            <a:ext cx="2443163" cy="161925"/>
          </a:xfrm>
          <a:prstGeom prst="rect">
            <a:avLst/>
          </a:prstGeom>
          <a:noFill/>
          <a:ln/>
        </p:spPr>
        <p:txBody>
          <a:bodyPr wrap="square" lIns="0" tIns="0" rIns="0" bIns="0" rtlCol="0" anchor="t"/>
          <a:lstStyle/>
          <a:p>
            <a:pPr algn="l" indent="0" marL="0">
              <a:lnSpc>
                <a:spcPts val="2336"/>
              </a:lnSpc>
              <a:buNone/>
            </a:pPr>
            <a:r>
              <a:rPr lang="en-US" sz="1710" b="1" dirty="0">
                <a:solidFill>
                  <a:srgbClr val="1265FF">
                    <a:alpha val="99000"/>
                  </a:srgbClr>
                </a:solidFill>
                <a:latin typeface="Manrope" pitchFamily="34" charset="0"/>
                <a:ea typeface="Manrope" pitchFamily="34" charset="-122"/>
                <a:cs typeface="Manrope" pitchFamily="34" charset="-120"/>
              </a:rPr>
              <a:t>Bouton</a:t>
            </a:r>
            <a:endParaRPr lang="en-US" sz="1710" dirty="0"/>
          </a:p>
        </p:txBody>
      </p:sp>
      <p:sp>
        <p:nvSpPr>
          <p:cNvPr id="37" name="Text 16"/>
          <p:cNvSpPr/>
          <p:nvPr/>
        </p:nvSpPr>
        <p:spPr>
          <a:xfrm>
            <a:off x="2986088" y="666750"/>
            <a:ext cx="400050" cy="209550"/>
          </a:xfrm>
          <a:prstGeom prst="rect">
            <a:avLst/>
          </a:prstGeom>
          <a:noFill/>
          <a:ln/>
        </p:spPr>
        <p:txBody>
          <a:bodyPr wrap="square" lIns="0" tIns="0" rIns="0" bIns="0" rtlCol="0" anchor="t"/>
          <a:lstStyle/>
          <a:p>
            <a:pPr algn="l" indent="0" marL="0">
              <a:lnSpc>
                <a:spcPts val="1557"/>
              </a:lnSpc>
              <a:buNone/>
            </a:pPr>
            <a:r>
              <a:rPr lang="en-US" sz="1140" dirty="0">
                <a:solidFill>
                  <a:srgbClr val="0B162A">
                    <a:alpha val="99000"/>
                  </a:srgbClr>
                </a:solidFill>
                <a:latin typeface="Manrope" pitchFamily="34" charset="0"/>
                <a:ea typeface="Manrope" pitchFamily="34" charset="-122"/>
                <a:cs typeface="Manrope" pitchFamily="34" charset="-120"/>
              </a:rPr>
              <a:t>/Titre</a:t>
            </a:r>
            <a:endParaRPr lang="en-US" sz="1140" dirty="0"/>
          </a:p>
        </p:txBody>
      </p:sp>
      <p:sp>
        <p:nvSpPr>
          <p:cNvPr id="38" name="Text 17"/>
          <p:cNvSpPr/>
          <p:nvPr/>
        </p:nvSpPr>
        <p:spPr>
          <a:xfrm>
            <a:off x="2971800" y="1538288"/>
            <a:ext cx="876300" cy="209550"/>
          </a:xfrm>
          <a:prstGeom prst="rect">
            <a:avLst/>
          </a:prstGeom>
          <a:noFill/>
          <a:ln/>
        </p:spPr>
        <p:txBody>
          <a:bodyPr wrap="square" lIns="0" tIns="0" rIns="0" bIns="0" rtlCol="0" anchor="t"/>
          <a:lstStyle/>
          <a:p>
            <a:pPr algn="l" indent="0" marL="0">
              <a:lnSpc>
                <a:spcPts val="1557"/>
              </a:lnSpc>
              <a:buNone/>
            </a:pPr>
            <a:r>
              <a:rPr lang="en-US" sz="1140" dirty="0">
                <a:solidFill>
                  <a:srgbClr val="0B162A">
                    <a:alpha val="99000"/>
                  </a:srgbClr>
                </a:solidFill>
                <a:latin typeface="Manrope" pitchFamily="34" charset="0"/>
                <a:ea typeface="Manrope" pitchFamily="34" charset="-122"/>
                <a:cs typeface="Manrope" pitchFamily="34" charset="-120"/>
              </a:rPr>
              <a:t>/Sous-titres</a:t>
            </a:r>
            <a:endParaRPr lang="en-US" sz="1140" dirty="0"/>
          </a:p>
        </p:txBody>
      </p:sp>
      <p:sp>
        <p:nvSpPr>
          <p:cNvPr id="39" name="Text 18"/>
          <p:cNvSpPr/>
          <p:nvPr/>
        </p:nvSpPr>
        <p:spPr>
          <a:xfrm>
            <a:off x="2986088" y="2519363"/>
            <a:ext cx="647700" cy="209550"/>
          </a:xfrm>
          <a:prstGeom prst="rect">
            <a:avLst/>
          </a:prstGeom>
          <a:noFill/>
          <a:ln/>
        </p:spPr>
        <p:txBody>
          <a:bodyPr wrap="square" lIns="0" tIns="0" rIns="0" bIns="0" rtlCol="0" anchor="t"/>
          <a:lstStyle/>
          <a:p>
            <a:pPr algn="l" indent="0" marL="0">
              <a:lnSpc>
                <a:spcPts val="1557"/>
              </a:lnSpc>
              <a:buNone/>
            </a:pPr>
            <a:r>
              <a:rPr lang="en-US" sz="1140" dirty="0">
                <a:solidFill>
                  <a:srgbClr val="0B162A">
                    <a:alpha val="99000"/>
                  </a:srgbClr>
                </a:solidFill>
                <a:latin typeface="Manrope" pitchFamily="34" charset="0"/>
                <a:ea typeface="Manrope" pitchFamily="34" charset="-122"/>
                <a:cs typeface="Manrope" pitchFamily="34" charset="-120"/>
              </a:rPr>
              <a:t>/de texte</a:t>
            </a:r>
            <a:endParaRPr lang="en-US" sz="1140" dirty="0"/>
          </a:p>
        </p:txBody>
      </p:sp>
      <p:sp>
        <p:nvSpPr>
          <p:cNvPr id="40" name="Text 19"/>
          <p:cNvSpPr/>
          <p:nvPr/>
        </p:nvSpPr>
        <p:spPr>
          <a:xfrm>
            <a:off x="2971800" y="4376738"/>
            <a:ext cx="361950" cy="209550"/>
          </a:xfrm>
          <a:prstGeom prst="rect">
            <a:avLst/>
          </a:prstGeom>
          <a:noFill/>
          <a:ln/>
        </p:spPr>
        <p:txBody>
          <a:bodyPr wrap="square" lIns="0" tIns="0" rIns="0" bIns="0" rtlCol="0" anchor="t"/>
          <a:lstStyle/>
          <a:p>
            <a:pPr algn="l" indent="0" marL="0">
              <a:lnSpc>
                <a:spcPts val="1557"/>
              </a:lnSpc>
              <a:buNone/>
            </a:pPr>
            <a:r>
              <a:rPr lang="en-US" sz="1140" dirty="0">
                <a:solidFill>
                  <a:srgbClr val="0B162A">
                    <a:alpha val="99000"/>
                  </a:srgbClr>
                </a:solidFill>
                <a:latin typeface="Manrope" pitchFamily="34" charset="0"/>
                <a:ea typeface="Manrope" pitchFamily="34" charset="-122"/>
                <a:cs typeface="Manrope" pitchFamily="34" charset="-120"/>
              </a:rPr>
              <a:t>/CTA</a:t>
            </a:r>
            <a:endParaRPr lang="en-US" sz="1140" dirty="0"/>
          </a:p>
        </p:txBody>
      </p:sp>
      <p:sp>
        <p:nvSpPr>
          <p:cNvPr id="41" name="Text 20"/>
          <p:cNvSpPr/>
          <p:nvPr/>
        </p:nvSpPr>
        <p:spPr>
          <a:xfrm>
            <a:off x="4229100" y="2147888"/>
            <a:ext cx="3419475" cy="161925"/>
          </a:xfrm>
          <a:prstGeom prst="rect">
            <a:avLst/>
          </a:prstGeom>
          <a:noFill/>
          <a:ln/>
        </p:spPr>
        <p:txBody>
          <a:bodyPr wrap="square" lIns="0" tIns="0" rIns="0" bIns="0" rtlCol="0" anchor="t"/>
          <a:lstStyle/>
          <a:p>
            <a:pPr algn="l" indent="0" marL="0">
              <a:lnSpc>
                <a:spcPts val="1168"/>
              </a:lnSpc>
              <a:buNone/>
            </a:pPr>
            <a:r>
              <a:rPr lang="en-US" sz="855" dirty="0">
                <a:solidFill>
                  <a:srgbClr val="0B162A">
                    <a:alpha val="99000"/>
                  </a:srgbClr>
                </a:solidFill>
                <a:latin typeface="Manrope" pitchFamily="34" charset="0"/>
                <a:ea typeface="Manrope" pitchFamily="34" charset="-122"/>
                <a:cs typeface="Manrope" pitchFamily="34" charset="-120"/>
              </a:rPr>
              <a:t>Ceci est un exemple de texte courant. Il est conçu</a:t>
            </a:r>
            <a:endParaRPr lang="en-US" sz="855" dirty="0"/>
          </a:p>
          <a:p>
            <a:pPr algn="l" indent="0" marL="0">
              <a:lnSpc>
                <a:spcPts val="1168"/>
              </a:lnSpc>
              <a:buNone/>
            </a:pPr>
            <a:r>
              <a:rPr lang="en-US" sz="855" dirty="0">
                <a:solidFill>
                  <a:srgbClr val="0B162A">
                    <a:alpha val="99000"/>
                  </a:srgbClr>
                </a:solidFill>
                <a:latin typeface="Manrope" pitchFamily="34" charset="0"/>
                <a:ea typeface="Manrope" pitchFamily="34" charset="-122"/>
                <a:cs typeface="Manrope" pitchFamily="34" charset="-120"/>
              </a:rPr>
              <a:t>pour offrir une lecture fluide, aérée e t agréable</a:t>
            </a:r>
            <a:endParaRPr lang="en-US" sz="855" dirty="0"/>
          </a:p>
          <a:p>
            <a:pPr algn="l" indent="0" marL="0">
              <a:lnSpc>
                <a:spcPts val="1168"/>
              </a:lnSpc>
              <a:buNone/>
            </a:pPr>
            <a:r>
              <a:rPr lang="en-US" sz="855" dirty="0">
                <a:solidFill>
                  <a:srgbClr val="0B162A">
                    <a:alpha val="99000"/>
                  </a:srgbClr>
                </a:solidFill>
                <a:latin typeface="Manrope" pitchFamily="34" charset="0"/>
                <a:ea typeface="Manrope" pitchFamily="34" charset="-122"/>
                <a:cs typeface="Manrope" pitchFamily="34" charset="-120"/>
              </a:rPr>
              <a:t>sur tous les supports.</a:t>
            </a:r>
            <a:endParaRPr lang="en-US" sz="855" dirty="0"/>
          </a:p>
        </p:txBody>
      </p:sp>
      <p:sp>
        <p:nvSpPr>
          <p:cNvPr id="42" name="Text 21"/>
          <p:cNvSpPr/>
          <p:nvPr/>
        </p:nvSpPr>
        <p:spPr>
          <a:xfrm>
            <a:off x="4229100" y="3276600"/>
            <a:ext cx="3419475" cy="161925"/>
          </a:xfrm>
          <a:prstGeom prst="rect">
            <a:avLst/>
          </a:prstGeom>
          <a:noFill/>
          <a:ln/>
        </p:spPr>
        <p:txBody>
          <a:bodyPr wrap="square" lIns="0" tIns="0" rIns="0" bIns="0" rtlCol="0" anchor="t"/>
          <a:lstStyle/>
          <a:p>
            <a:pPr algn="l" indent="0" marL="0">
              <a:lnSpc>
                <a:spcPts val="973"/>
              </a:lnSpc>
              <a:buNone/>
            </a:pPr>
            <a:r>
              <a:rPr lang="en-US" sz="713" dirty="0">
                <a:solidFill>
                  <a:srgbClr val="5C5D5E">
                    <a:alpha val="99000"/>
                  </a:srgbClr>
                </a:solidFill>
                <a:latin typeface="Manrope" pitchFamily="34" charset="0"/>
                <a:ea typeface="Manrope" pitchFamily="34" charset="-122"/>
                <a:cs typeface="Manrope" pitchFamily="34" charset="-120"/>
              </a:rPr>
              <a:t>Ceci est un exemple de texte courant. Il est conçu</a:t>
            </a:r>
            <a:endParaRPr lang="en-US" sz="713" dirty="0"/>
          </a:p>
          <a:p>
            <a:pPr algn="l" indent="0" marL="0">
              <a:lnSpc>
                <a:spcPts val="973"/>
              </a:lnSpc>
              <a:buNone/>
            </a:pPr>
            <a:r>
              <a:rPr lang="en-US" sz="713" dirty="0">
                <a:solidFill>
                  <a:srgbClr val="5C5D5E">
                    <a:alpha val="99000"/>
                  </a:srgbClr>
                </a:solidFill>
                <a:latin typeface="Manrope" pitchFamily="34" charset="0"/>
                <a:ea typeface="Manrope" pitchFamily="34" charset="-122"/>
                <a:cs typeface="Manrope" pitchFamily="34" charset="-120"/>
              </a:rPr>
              <a:t>pour offrir une lecture fluide, aérée e t agréable</a:t>
            </a:r>
            <a:endParaRPr lang="en-US" sz="713" dirty="0"/>
          </a:p>
          <a:p>
            <a:pPr algn="l" indent="0" marL="0">
              <a:lnSpc>
                <a:spcPts val="973"/>
              </a:lnSpc>
              <a:buNone/>
            </a:pPr>
            <a:r>
              <a:rPr lang="en-US" sz="713" dirty="0">
                <a:solidFill>
                  <a:srgbClr val="5C5D5E">
                    <a:alpha val="99000"/>
                  </a:srgbClr>
                </a:solidFill>
                <a:latin typeface="Manrope" pitchFamily="34" charset="0"/>
                <a:ea typeface="Manrope" pitchFamily="34" charset="-122"/>
                <a:cs typeface="Manrope" pitchFamily="34" charset="-120"/>
              </a:rPr>
              <a:t>sur tous les supports.</a:t>
            </a:r>
            <a:endParaRPr lang="en-US" sz="713" dirty="0"/>
          </a:p>
        </p:txBody>
      </p:sp>
      <p:pic>
        <p:nvPicPr>
          <p:cNvPr id="43" name="Image 19" descr="preencoded.png">    </p:cNvPr>
          <p:cNvPicPr>
            <a:picLocks noChangeAspect="1"/>
          </p:cNvPicPr>
          <p:nvPr/>
        </p:nvPicPr>
        <p:blipFill>
          <a:blip r:embed="rId20"/>
          <a:srcRect l="0" r="0" t="0" b="0"/>
          <a:stretch/>
        </p:blipFill>
        <p:spPr>
          <a:xfrm>
            <a:off x="4400550" y="4267200"/>
            <a:ext cx="2038350" cy="481012"/>
          </a:xfrm>
          <a:prstGeom prst="rect">
            <a:avLst/>
          </a:prstGeom>
        </p:spPr>
      </p:pic>
      <p:sp>
        <p:nvSpPr>
          <p:cNvPr id="44" name="Text 22"/>
          <p:cNvSpPr/>
          <p:nvPr/>
        </p:nvSpPr>
        <p:spPr>
          <a:xfrm>
            <a:off x="4572000" y="4348163"/>
            <a:ext cx="1852612" cy="161925"/>
          </a:xfrm>
          <a:prstGeom prst="rect">
            <a:avLst/>
          </a:prstGeom>
          <a:noFill/>
          <a:ln/>
        </p:spPr>
        <p:txBody>
          <a:bodyPr wrap="square" lIns="0" tIns="0" rIns="0" bIns="0" rtlCol="0" anchor="t"/>
          <a:lstStyle/>
          <a:p>
            <a:pPr algn="l" indent="0" marL="0">
              <a:lnSpc>
                <a:spcPts val="2336"/>
              </a:lnSpc>
              <a:buNone/>
            </a:pPr>
            <a:r>
              <a:rPr lang="en-US" sz="1710" b="1" dirty="0">
                <a:solidFill>
                  <a:srgbClr val="FFFFFF">
                    <a:alpha val="99000"/>
                  </a:srgbClr>
                </a:solidFill>
                <a:latin typeface="Manrope" pitchFamily="34" charset="0"/>
                <a:ea typeface="Manrope" pitchFamily="34" charset="-122"/>
                <a:cs typeface="Manrope" pitchFamily="34" charset="-120"/>
              </a:rPr>
              <a:t>Appel à l’action</a:t>
            </a:r>
            <a:endParaRPr lang="en-US" sz="1710" dirty="0"/>
          </a:p>
        </p:txBody>
      </p:sp>
      <p:sp>
        <p:nvSpPr>
          <p:cNvPr id="45" name="Text 23"/>
          <p:cNvSpPr/>
          <p:nvPr/>
        </p:nvSpPr>
        <p:spPr>
          <a:xfrm>
            <a:off x="7705725" y="652463"/>
            <a:ext cx="3419475" cy="161925"/>
          </a:xfrm>
          <a:prstGeom prst="rect">
            <a:avLst/>
          </a:prstGeom>
          <a:noFill/>
          <a:ln/>
        </p:spPr>
        <p:txBody>
          <a:bodyPr wrap="square" lIns="0" tIns="0" rIns="0" bIns="0" rtlCol="0" anchor="t"/>
          <a:lstStyle/>
          <a:p>
            <a:pPr algn="l" indent="0" marL="0">
              <a:lnSpc>
                <a:spcPts val="1168"/>
              </a:lnSpc>
              <a:buNone/>
            </a:pPr>
            <a:r>
              <a:rPr lang="en-US" sz="855" dirty="0">
                <a:solidFill>
                  <a:srgbClr val="0B162A">
                    <a:alpha val="99000"/>
                  </a:srgbClr>
                </a:solidFill>
                <a:latin typeface="Manrope" pitchFamily="34" charset="0"/>
                <a:ea typeface="Manrope" pitchFamily="34" charset="-122"/>
                <a:cs typeface="Manrope" pitchFamily="34" charset="-120"/>
              </a:rPr>
              <a:t>Utiliser pour</a:t>
            </a:r>
            <a:endParaRPr lang="en-US" sz="855" dirty="0"/>
          </a:p>
          <a:p>
            <a:pPr algn="l" indent="0" marL="0">
              <a:lnSpc>
                <a:spcPts val="1168"/>
              </a:lnSpc>
              <a:buNone/>
            </a:pPr>
            <a:r>
              <a:rPr lang="en-US" sz="855" dirty="0">
                <a:solidFill>
                  <a:srgbClr val="0B162A">
                    <a:alpha val="99000"/>
                  </a:srgbClr>
                </a:solidFill>
                <a:latin typeface="Manrope" pitchFamily="34" charset="0"/>
                <a:ea typeface="Manrope" pitchFamily="34" charset="-122"/>
                <a:cs typeface="Manrope" pitchFamily="34" charset="-120"/>
              </a:rPr>
              <a:t>les titres de slides</a:t>
            </a:r>
            <a:endParaRPr lang="en-US" sz="855" dirty="0"/>
          </a:p>
        </p:txBody>
      </p:sp>
      <p:sp>
        <p:nvSpPr>
          <p:cNvPr id="46" name="Text 24"/>
          <p:cNvSpPr/>
          <p:nvPr/>
        </p:nvSpPr>
        <p:spPr>
          <a:xfrm>
            <a:off x="7705725" y="1366838"/>
            <a:ext cx="3419475" cy="161925"/>
          </a:xfrm>
          <a:prstGeom prst="rect">
            <a:avLst/>
          </a:prstGeom>
          <a:noFill/>
          <a:ln/>
        </p:spPr>
        <p:txBody>
          <a:bodyPr wrap="square" lIns="0" tIns="0" rIns="0" bIns="0" rtlCol="0" anchor="t"/>
          <a:lstStyle/>
          <a:p>
            <a:pPr algn="l" indent="0" marL="0">
              <a:lnSpc>
                <a:spcPts val="1168"/>
              </a:lnSpc>
              <a:buNone/>
            </a:pPr>
            <a:r>
              <a:rPr lang="en-US" sz="855" dirty="0">
                <a:solidFill>
                  <a:srgbClr val="0B162A">
                    <a:alpha val="99000"/>
                  </a:srgbClr>
                </a:solidFill>
                <a:latin typeface="Manrope" pitchFamily="34" charset="0"/>
                <a:ea typeface="Manrope" pitchFamily="34" charset="-122"/>
                <a:cs typeface="Manrope" pitchFamily="34" charset="-120"/>
              </a:rPr>
              <a:t>Utiliser pour</a:t>
            </a:r>
            <a:endParaRPr lang="en-US" sz="855" dirty="0"/>
          </a:p>
          <a:p>
            <a:pPr algn="l" indent="0" marL="0">
              <a:lnSpc>
                <a:spcPts val="1168"/>
              </a:lnSpc>
              <a:buNone/>
            </a:pPr>
            <a:r>
              <a:rPr lang="en-US" sz="855" dirty="0">
                <a:solidFill>
                  <a:srgbClr val="0B162A">
                    <a:alpha val="99000"/>
                  </a:srgbClr>
                </a:solidFill>
                <a:latin typeface="Manrope" pitchFamily="34" charset="0"/>
                <a:ea typeface="Manrope" pitchFamily="34" charset="-122"/>
                <a:cs typeface="Manrope" pitchFamily="34" charset="-120"/>
              </a:rPr>
              <a:t>les sections</a:t>
            </a:r>
            <a:endParaRPr lang="en-US" sz="855" dirty="0"/>
          </a:p>
        </p:txBody>
      </p:sp>
      <p:sp>
        <p:nvSpPr>
          <p:cNvPr id="47" name="Text 25"/>
          <p:cNvSpPr/>
          <p:nvPr/>
        </p:nvSpPr>
        <p:spPr>
          <a:xfrm>
            <a:off x="7648575" y="2162175"/>
            <a:ext cx="3419475" cy="161925"/>
          </a:xfrm>
          <a:prstGeom prst="rect">
            <a:avLst/>
          </a:prstGeom>
          <a:noFill/>
          <a:ln/>
        </p:spPr>
        <p:txBody>
          <a:bodyPr wrap="square" lIns="0" tIns="0" rIns="0" bIns="0" rtlCol="0" anchor="t"/>
          <a:lstStyle/>
          <a:p>
            <a:pPr algn="l" indent="0" marL="0">
              <a:lnSpc>
                <a:spcPts val="1168"/>
              </a:lnSpc>
              <a:buNone/>
            </a:pPr>
            <a:r>
              <a:rPr lang="en-US" sz="855" dirty="0">
                <a:solidFill>
                  <a:srgbClr val="0B162A">
                    <a:alpha val="99000"/>
                  </a:srgbClr>
                </a:solidFill>
                <a:latin typeface="Manrope" pitchFamily="34" charset="0"/>
                <a:ea typeface="Manrope" pitchFamily="34" charset="-122"/>
                <a:cs typeface="Manrope" pitchFamily="34" charset="-120"/>
              </a:rPr>
              <a:t>Utiliser pour</a:t>
            </a:r>
            <a:endParaRPr lang="en-US" sz="855" dirty="0"/>
          </a:p>
          <a:p>
            <a:pPr algn="l" indent="0" marL="0">
              <a:lnSpc>
                <a:spcPts val="1168"/>
              </a:lnSpc>
              <a:buNone/>
            </a:pPr>
            <a:r>
              <a:rPr lang="en-US" sz="855" dirty="0">
                <a:solidFill>
                  <a:srgbClr val="0B162A">
                    <a:alpha val="99000"/>
                  </a:srgbClr>
                </a:solidFill>
                <a:latin typeface="Manrope" pitchFamily="34" charset="0"/>
                <a:ea typeface="Manrope" pitchFamily="34" charset="-122"/>
                <a:cs typeface="Manrope" pitchFamily="34" charset="-120"/>
              </a:rPr>
              <a:t>les paragraphes</a:t>
            </a:r>
            <a:endParaRPr lang="en-US" sz="855" dirty="0"/>
          </a:p>
        </p:txBody>
      </p:sp>
      <p:sp>
        <p:nvSpPr>
          <p:cNvPr id="48" name="Text 26"/>
          <p:cNvSpPr/>
          <p:nvPr/>
        </p:nvSpPr>
        <p:spPr>
          <a:xfrm>
            <a:off x="7648575" y="3224213"/>
            <a:ext cx="3419475" cy="161925"/>
          </a:xfrm>
          <a:prstGeom prst="rect">
            <a:avLst/>
          </a:prstGeom>
          <a:noFill/>
          <a:ln/>
        </p:spPr>
        <p:txBody>
          <a:bodyPr wrap="square" lIns="0" tIns="0" rIns="0" bIns="0" rtlCol="0" anchor="t"/>
          <a:lstStyle/>
          <a:p>
            <a:pPr algn="l" indent="0" marL="0">
              <a:lnSpc>
                <a:spcPts val="1168"/>
              </a:lnSpc>
              <a:buNone/>
            </a:pPr>
            <a:r>
              <a:rPr lang="en-US" sz="855" dirty="0">
                <a:solidFill>
                  <a:srgbClr val="0B162A">
                    <a:alpha val="99000"/>
                  </a:srgbClr>
                </a:solidFill>
                <a:latin typeface="Manrope" pitchFamily="34" charset="0"/>
                <a:ea typeface="Manrope" pitchFamily="34" charset="-122"/>
                <a:cs typeface="Manrope" pitchFamily="34" charset="-120"/>
              </a:rPr>
              <a:t>Utiliser pour</a:t>
            </a:r>
            <a:endParaRPr lang="en-US" sz="855" dirty="0"/>
          </a:p>
          <a:p>
            <a:pPr algn="l" indent="0" marL="0">
              <a:lnSpc>
                <a:spcPts val="1168"/>
              </a:lnSpc>
              <a:buNone/>
            </a:pPr>
            <a:r>
              <a:rPr lang="en-US" sz="855" dirty="0">
                <a:solidFill>
                  <a:srgbClr val="0B162A">
                    <a:alpha val="99000"/>
                  </a:srgbClr>
                </a:solidFill>
                <a:latin typeface="Manrope" pitchFamily="34" charset="0"/>
                <a:ea typeface="Manrope" pitchFamily="34" charset="-122"/>
                <a:cs typeface="Manrope" pitchFamily="34" charset="-120"/>
              </a:rPr>
              <a:t>les légendes et les notes</a:t>
            </a:r>
            <a:endParaRPr lang="en-US" sz="855" dirty="0"/>
          </a:p>
        </p:txBody>
      </p:sp>
      <p:sp>
        <p:nvSpPr>
          <p:cNvPr id="49" name="Text 27"/>
          <p:cNvSpPr/>
          <p:nvPr/>
        </p:nvSpPr>
        <p:spPr>
          <a:xfrm>
            <a:off x="7648575" y="4281488"/>
            <a:ext cx="3419475" cy="161925"/>
          </a:xfrm>
          <a:prstGeom prst="rect">
            <a:avLst/>
          </a:prstGeom>
          <a:noFill/>
          <a:ln/>
        </p:spPr>
        <p:txBody>
          <a:bodyPr wrap="square" lIns="0" tIns="0" rIns="0" bIns="0" rtlCol="0" anchor="t"/>
          <a:lstStyle/>
          <a:p>
            <a:pPr algn="l" indent="0" marL="0">
              <a:lnSpc>
                <a:spcPts val="1168"/>
              </a:lnSpc>
              <a:buNone/>
            </a:pPr>
            <a:r>
              <a:rPr lang="en-US" sz="855" dirty="0">
                <a:solidFill>
                  <a:srgbClr val="0B162A">
                    <a:alpha val="99000"/>
                  </a:srgbClr>
                </a:solidFill>
                <a:latin typeface="Manrope" pitchFamily="34" charset="0"/>
                <a:ea typeface="Manrope" pitchFamily="34" charset="-122"/>
                <a:cs typeface="Manrope" pitchFamily="34" charset="-120"/>
              </a:rPr>
              <a:t>Utiliser pour</a:t>
            </a:r>
            <a:endParaRPr lang="en-US" sz="855" dirty="0"/>
          </a:p>
          <a:p>
            <a:pPr algn="l" indent="0" marL="0">
              <a:lnSpc>
                <a:spcPts val="1168"/>
              </a:lnSpc>
              <a:buNone/>
            </a:pPr>
            <a:r>
              <a:rPr lang="en-US" sz="855" dirty="0">
                <a:solidFill>
                  <a:srgbClr val="0B162A">
                    <a:alpha val="99000"/>
                  </a:srgbClr>
                </a:solidFill>
                <a:latin typeface="Manrope" pitchFamily="34" charset="0"/>
                <a:ea typeface="Manrope" pitchFamily="34" charset="-122"/>
                <a:cs typeface="Manrope" pitchFamily="34" charset="-120"/>
              </a:rPr>
              <a:t>les boutons et CTAs</a:t>
            </a:r>
            <a:endParaRPr lang="en-US" sz="85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182" t="0" b="0"/>
          <a:stretch/>
        </p:blipFill>
        <p:spPr>
          <a:xfrm>
            <a:off x="-16669" y="0"/>
            <a:ext cx="9144000" cy="5143500"/>
          </a:xfrm>
          <a:prstGeom prst="rect">
            <a:avLst/>
          </a:prstGeom>
        </p:spPr>
      </p:pic>
      <p:sp>
        <p:nvSpPr>
          <p:cNvPr id="3" name="Text 0"/>
          <p:cNvSpPr/>
          <p:nvPr/>
        </p:nvSpPr>
        <p:spPr>
          <a:xfrm>
            <a:off x="261937" y="3619500"/>
            <a:ext cx="4700588" cy="233362"/>
          </a:xfrm>
          <a:prstGeom prst="rect">
            <a:avLst/>
          </a:prstGeom>
          <a:noFill/>
          <a:ln/>
        </p:spPr>
        <p:txBody>
          <a:bodyPr wrap="square" lIns="0" tIns="0" rIns="0" bIns="0" rtlCol="0" anchor="t"/>
          <a:lstStyle/>
          <a:p>
            <a:pPr algn="l" indent="0" marL="0">
              <a:lnSpc>
                <a:spcPts val="1766"/>
              </a:lnSpc>
              <a:buNone/>
            </a:pPr>
            <a:r>
              <a:rPr lang="en-US" sz="1293" dirty="0">
                <a:solidFill>
                  <a:srgbClr val="C6CDD3">
                    <a:alpha val="99000"/>
                  </a:srgbClr>
                </a:solidFill>
                <a:latin typeface="Manrope" pitchFamily="34" charset="0"/>
                <a:ea typeface="Manrope" pitchFamily="34" charset="-122"/>
                <a:cs typeface="Manrope" pitchFamily="34" charset="-120"/>
              </a:rPr>
              <a:t>Palette de couleurs et usages visuels</a:t>
            </a:r>
            <a:endParaRPr lang="en-US" sz="1293" dirty="0"/>
          </a:p>
        </p:txBody>
      </p:sp>
      <p:sp>
        <p:nvSpPr>
          <p:cNvPr id="4" name="Text 1"/>
          <p:cNvSpPr/>
          <p:nvPr/>
        </p:nvSpPr>
        <p:spPr>
          <a:xfrm>
            <a:off x="261937" y="1595438"/>
            <a:ext cx="8837084" cy="1590675"/>
          </a:xfrm>
          <a:prstGeom prst="rect">
            <a:avLst/>
          </a:prstGeom>
          <a:noFill/>
          <a:ln/>
        </p:spPr>
        <p:txBody>
          <a:bodyPr wrap="square" lIns="0" tIns="0" rIns="0" bIns="0" rtlCol="0" anchor="t"/>
          <a:lstStyle/>
          <a:p>
            <a:pPr algn="l" indent="0" marL="0">
              <a:lnSpc>
                <a:spcPts val="12040"/>
              </a:lnSpc>
              <a:buNone/>
            </a:pPr>
            <a:r>
              <a:rPr lang="en-US" sz="8814" b="1" dirty="0">
                <a:solidFill>
                  <a:srgbClr val="FFFFFF">
                    <a:alpha val="99000"/>
                  </a:srgbClr>
                </a:solidFill>
                <a:latin typeface="Manrope" pitchFamily="34" charset="0"/>
                <a:ea typeface="Manrope" pitchFamily="34" charset="-122"/>
                <a:cs typeface="Manrope" pitchFamily="34" charset="-120"/>
              </a:rPr>
              <a:t>Couleur</a:t>
            </a:r>
            <a:endParaRPr lang="en-US" sz="8814" dirty="0"/>
          </a:p>
        </p:txBody>
      </p:sp>
      <p:pic>
        <p:nvPicPr>
          <p:cNvPr id="5" name="Image 1" descr="preencoded.png">    </p:cNvPr>
          <p:cNvPicPr>
            <a:picLocks noChangeAspect="1"/>
          </p:cNvPicPr>
          <p:nvPr/>
        </p:nvPicPr>
        <p:blipFill>
          <a:blip r:embed="rId2"/>
          <a:srcRect l="0" r="0" t="0" b="0"/>
          <a:stretch/>
        </p:blipFill>
        <p:spPr>
          <a:xfrm>
            <a:off x="261937" y="3305175"/>
            <a:ext cx="785813" cy="38100"/>
          </a:xfrm>
          <a:prstGeom prst="rect">
            <a:avLst/>
          </a:prstGeom>
        </p:spPr>
      </p:pic>
      <p:sp>
        <p:nvSpPr>
          <p:cNvPr id="6" name="Text 2"/>
          <p:cNvSpPr/>
          <p:nvPr/>
        </p:nvSpPr>
        <p:spPr>
          <a:xfrm>
            <a:off x="261937" y="4319588"/>
            <a:ext cx="8196262" cy="273209"/>
          </a:xfrm>
          <a:prstGeom prst="rect">
            <a:avLst/>
          </a:prstGeom>
          <a:noFill/>
          <a:ln/>
        </p:spPr>
        <p:txBody>
          <a:bodyPr wrap="square" lIns="0" tIns="0" rIns="0" bIns="0" rtlCol="0" anchor="t"/>
          <a:lstStyle/>
          <a:p>
            <a:pPr algn="l"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            </a:t>
            </a:r>
            <a:pPr algn="l"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NOTRE IDENTITÉ. NOS VALEURS. </a:t>
            </a:r>
            <a:pPr algn="l" indent="0" marL="0">
              <a:lnSpc>
                <a:spcPts val="1557"/>
              </a:lnSpc>
              <a:buNone/>
            </a:pPr>
            <a:r>
              <a:rPr lang="en-US" sz="1140" dirty="0">
                <a:solidFill>
                  <a:srgbClr val="005CFF">
                    <a:alpha val="99000"/>
                  </a:srgbClr>
                </a:solidFill>
                <a:latin typeface="Manrope" pitchFamily="34" charset="0"/>
                <a:ea typeface="Manrope" pitchFamily="34" charset="-122"/>
                <a:cs typeface="Manrope" pitchFamily="34" charset="-120"/>
              </a:rPr>
              <a:t>VOTRE CONFIANCE.</a:t>
            </a:r>
            <a:endParaRPr lang="en-US" sz="1140" dirty="0"/>
          </a:p>
        </p:txBody>
      </p:sp>
      <p:pic>
        <p:nvPicPr>
          <p:cNvPr id="7" name="Image 2" descr="preencoded.png">    </p:cNvPr>
          <p:cNvPicPr>
            <a:picLocks noChangeAspect="1"/>
          </p:cNvPicPr>
          <p:nvPr/>
        </p:nvPicPr>
        <p:blipFill>
          <a:blip r:embed="rId3"/>
          <a:srcRect l="0" r="0" t="0" b="0"/>
          <a:stretch/>
        </p:blipFill>
        <p:spPr>
          <a:xfrm>
            <a:off x="261937" y="4286250"/>
            <a:ext cx="304800" cy="304800"/>
          </a:xfrm>
          <a:prstGeom prst="rect">
            <a:avLst/>
          </a:prstGeom>
        </p:spPr>
      </p:pic>
      <p:sp>
        <p:nvSpPr>
          <p:cNvPr id="8" name="Text 3"/>
          <p:cNvSpPr/>
          <p:nvPr/>
        </p:nvSpPr>
        <p:spPr>
          <a:xfrm>
            <a:off x="7286625" y="4352925"/>
            <a:ext cx="1302544" cy="473652"/>
          </a:xfrm>
          <a:prstGeom prst="rect">
            <a:avLst/>
          </a:prstGeom>
          <a:noFill/>
          <a:ln/>
        </p:spPr>
        <p:txBody>
          <a:bodyPr wrap="square" lIns="0" tIns="0" rIns="0" bIns="0" rtlCol="0" anchor="t"/>
          <a:lstStyle/>
          <a:p>
            <a:pPr algn="r"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    13 </a:t>
            </a:r>
            <a:pPr algn="r" indent="0" marL="0">
              <a:lnSpc>
                <a:spcPts val="1557"/>
              </a:lnSpc>
              <a:buNone/>
            </a:pPr>
            <a:r>
              <a:rPr lang="en-US" sz="1140" dirty="0">
                <a:solidFill>
                  <a:srgbClr val="005CFF">
                    <a:alpha val="99000"/>
                  </a:srgbClr>
                </a:solidFill>
                <a:latin typeface="Manrope" pitchFamily="34" charset="0"/>
                <a:ea typeface="Manrope" pitchFamily="34" charset="-122"/>
                <a:cs typeface="Manrope" pitchFamily="34" charset="-120"/>
              </a:rPr>
              <a:t>/ </a:t>
            </a:r>
            <a:pPr algn="r"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22</a:t>
            </a:r>
            <a:endParaRPr lang="en-US" sz="1140" dirty="0"/>
          </a:p>
        </p:txBody>
      </p:sp>
      <p:pic>
        <p:nvPicPr>
          <p:cNvPr id="9" name="Image 3" descr="preencoded.png">    </p:cNvPr>
          <p:cNvPicPr>
            <a:picLocks noChangeAspect="1"/>
          </p:cNvPicPr>
          <p:nvPr/>
        </p:nvPicPr>
        <p:blipFill>
          <a:blip r:embed="rId4"/>
          <a:srcRect l="0" r="0" t="0" b="4830"/>
          <a:stretch/>
        </p:blipFill>
        <p:spPr>
          <a:xfrm>
            <a:off x="261937" y="-80962"/>
            <a:ext cx="2238375" cy="1595438"/>
          </a:xfrm>
          <a:prstGeom prst="rect">
            <a:avLst/>
          </a:prstGeom>
        </p:spPr>
      </p:pic>
      <p:pic>
        <p:nvPicPr>
          <p:cNvPr id="10" name="Image 4" descr="preencoded.png">    </p:cNvPr>
          <p:cNvPicPr>
            <a:picLocks noChangeAspect="1"/>
          </p:cNvPicPr>
          <p:nvPr/>
        </p:nvPicPr>
        <p:blipFill>
          <a:blip r:embed="rId5"/>
          <a:srcRect l="0" r="8905" t="0" b="31646"/>
          <a:stretch/>
        </p:blipFill>
        <p:spPr>
          <a:xfrm>
            <a:off x="3833812" y="-1114425"/>
            <a:ext cx="5310188" cy="5143500"/>
          </a:xfrm>
          <a:prstGeom prst="rect">
            <a:avLst/>
          </a:prstGeom>
        </p:spPr>
      </p:pic>
      <p:sp>
        <p:nvSpPr>
          <p:cNvPr id="11" name="Text 4"/>
          <p:cNvSpPr/>
          <p:nvPr/>
        </p:nvSpPr>
        <p:spPr>
          <a:xfrm>
            <a:off x="7348538" y="204788"/>
            <a:ext cx="2486025" cy="221883"/>
          </a:xfrm>
          <a:prstGeom prst="rect">
            <a:avLst/>
          </a:prstGeom>
          <a:noFill/>
          <a:ln/>
        </p:spPr>
        <p:txBody>
          <a:bodyPr wrap="square" lIns="0" tIns="0" rIns="0" bIns="0" rtlCol="0" anchor="t"/>
          <a:lstStyle/>
          <a:p>
            <a:pPr algn="l" indent="0" marL="0">
              <a:lnSpc>
                <a:spcPts val="1679"/>
              </a:lnSpc>
              <a:buNone/>
            </a:pPr>
            <a:r>
              <a:rPr lang="en-US" sz="1229" dirty="0">
                <a:solidFill>
                  <a:srgbClr val="FFFFFF">
                    <a:alpha val="99000"/>
                  </a:srgbClr>
                </a:solidFill>
                <a:latin typeface="Manrope" pitchFamily="34" charset="0"/>
                <a:ea typeface="Manrope" pitchFamily="34" charset="-122"/>
                <a:cs typeface="Manrope" pitchFamily="34" charset="-120"/>
              </a:rPr>
              <a:t>CHARTE </a:t>
            </a:r>
            <a:pPr algn="l" indent="0" marL="0">
              <a:lnSpc>
                <a:spcPts val="1679"/>
              </a:lnSpc>
              <a:buNone/>
            </a:pPr>
            <a:r>
              <a:rPr lang="en-US" sz="1229" dirty="0">
                <a:solidFill>
                  <a:srgbClr val="FFFFFF">
                    <a:alpha val="99000"/>
                  </a:srgbClr>
                </a:solidFill>
                <a:latin typeface="Manrope" pitchFamily="34" charset="0"/>
                <a:ea typeface="Manrope" pitchFamily="34" charset="-122"/>
                <a:cs typeface="Manrope" pitchFamily="34" charset="-120"/>
              </a:rPr>
              <a:t>DE MARQUE</a:t>
            </a:r>
            <a:endParaRPr lang="en-US" sz="1229" dirty="0"/>
          </a:p>
        </p:txBody>
      </p:sp>
      <p:sp>
        <p:nvSpPr>
          <p:cNvPr id="12" name="Text 5"/>
          <p:cNvSpPr/>
          <p:nvPr/>
        </p:nvSpPr>
        <p:spPr>
          <a:xfrm>
            <a:off x="6391275" y="1333500"/>
            <a:ext cx="11887896" cy="2114550"/>
          </a:xfrm>
          <a:prstGeom prst="rect">
            <a:avLst/>
          </a:prstGeom>
          <a:noFill/>
          <a:ln/>
        </p:spPr>
        <p:txBody>
          <a:bodyPr wrap="square" lIns="0" tIns="0" rIns="0" bIns="0" rtlCol="0" anchor="t"/>
          <a:lstStyle/>
          <a:p>
            <a:pPr algn="l" indent="0" marL="0">
              <a:lnSpc>
                <a:spcPts val="16113"/>
              </a:lnSpc>
              <a:buNone/>
            </a:pPr>
            <a:r>
              <a:rPr lang="en-US" sz="11796" b="1" dirty="0">
                <a:solidFill>
                  <a:srgbClr val="1265FF">
                    <a:alpha val="99000"/>
                  </a:srgbClr>
                </a:solidFill>
                <a:latin typeface="Manrope" pitchFamily="34" charset="0"/>
                <a:ea typeface="Manrope" pitchFamily="34" charset="-122"/>
                <a:cs typeface="Manrope" pitchFamily="34" charset="-120"/>
              </a:rPr>
              <a:t>04.</a:t>
            </a:r>
            <a:endParaRPr lang="en-US" sz="11796"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566988" y="266700"/>
            <a:ext cx="7509757" cy="623888"/>
          </a:xfrm>
          <a:prstGeom prst="rect">
            <a:avLst/>
          </a:prstGeom>
          <a:noFill/>
          <a:ln/>
        </p:spPr>
        <p:txBody>
          <a:bodyPr wrap="square" lIns="0" tIns="0" rIns="0" bIns="0" rtlCol="0" anchor="t"/>
          <a:lstStyle/>
          <a:p>
            <a:pPr algn="l" indent="0" marL="0">
              <a:lnSpc>
                <a:spcPts val="4722"/>
              </a:lnSpc>
              <a:buNone/>
            </a:pPr>
            <a:r>
              <a:rPr lang="en-US" sz="3457" b="1" dirty="0">
                <a:solidFill>
                  <a:srgbClr val="0B162A">
                    <a:alpha val="99000"/>
                  </a:srgbClr>
                </a:solidFill>
                <a:latin typeface="Manrope" pitchFamily="34" charset="0"/>
                <a:ea typeface="Manrope" pitchFamily="34" charset="-122"/>
                <a:cs typeface="Manrope" pitchFamily="34" charset="-120"/>
              </a:rPr>
              <a:t>COULEURS DE MARQUES</a:t>
            </a:r>
            <a:endParaRPr lang="en-US" sz="3457" dirty="0"/>
          </a:p>
        </p:txBody>
      </p:sp>
      <p:pic>
        <p:nvPicPr>
          <p:cNvPr id="3" name="Image 0" descr="preencoded.png">    </p:cNvPr>
          <p:cNvPicPr>
            <a:picLocks noChangeAspect="1"/>
          </p:cNvPicPr>
          <p:nvPr/>
        </p:nvPicPr>
        <p:blipFill>
          <a:blip r:embed="rId1"/>
          <a:srcRect l="0" r="0" t="0" b="0"/>
          <a:stretch/>
        </p:blipFill>
        <p:spPr>
          <a:xfrm>
            <a:off x="19050" y="1069181"/>
            <a:ext cx="2181225" cy="9525"/>
          </a:xfrm>
          <a:prstGeom prst="rect">
            <a:avLst/>
          </a:prstGeom>
        </p:spPr>
      </p:pic>
      <p:pic>
        <p:nvPicPr>
          <p:cNvPr id="4" name="Image 1" descr="preencoded.png">    </p:cNvPr>
          <p:cNvPicPr>
            <a:picLocks noChangeAspect="1"/>
          </p:cNvPicPr>
          <p:nvPr/>
        </p:nvPicPr>
        <p:blipFill>
          <a:blip r:embed="rId2"/>
          <a:srcRect l="0" r="-28571" t="0" b="0"/>
          <a:stretch/>
        </p:blipFill>
        <p:spPr>
          <a:xfrm>
            <a:off x="2343150" y="0"/>
            <a:ext cx="42863" cy="5143500"/>
          </a:xfrm>
          <a:prstGeom prst="rect">
            <a:avLst/>
          </a:prstGeom>
        </p:spPr>
      </p:pic>
      <p:pic>
        <p:nvPicPr>
          <p:cNvPr id="5" name="Image 2" descr="preencoded.png">    </p:cNvPr>
          <p:cNvPicPr>
            <a:picLocks noChangeAspect="1"/>
          </p:cNvPicPr>
          <p:nvPr/>
        </p:nvPicPr>
        <p:blipFill>
          <a:blip r:embed="rId3"/>
          <a:srcRect l="0" r="0" t="0" b="0"/>
          <a:stretch/>
        </p:blipFill>
        <p:spPr>
          <a:xfrm>
            <a:off x="309563" y="9525"/>
            <a:ext cx="1404938" cy="1052513"/>
          </a:xfrm>
          <a:prstGeom prst="rect">
            <a:avLst/>
          </a:prstGeom>
        </p:spPr>
      </p:pic>
      <p:sp>
        <p:nvSpPr>
          <p:cNvPr id="6" name="Text 1"/>
          <p:cNvSpPr/>
          <p:nvPr/>
        </p:nvSpPr>
        <p:spPr>
          <a:xfrm>
            <a:off x="85725" y="1462088"/>
            <a:ext cx="2481263" cy="161925"/>
          </a:xfrm>
          <a:prstGeom prst="rect">
            <a:avLst/>
          </a:prstGeom>
          <a:noFill/>
          <a:ln/>
        </p:spPr>
        <p:txBody>
          <a:bodyPr wrap="square" lIns="0" tIns="0" rIns="0" bIns="0" rtlCol="0" anchor="t"/>
          <a:lstStyle/>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Les couleurs d'ALT ont été choisies</a:t>
            </a:r>
            <a:endParaRPr lang="en-US" sz="911" dirty="0"/>
          </a:p>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pour refléter notre positionnement</a:t>
            </a:r>
            <a:endParaRPr lang="en-US" sz="911" dirty="0"/>
          </a:p>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e t nos valeurs. Elles constituent u n</a:t>
            </a:r>
            <a:endParaRPr lang="en-US" sz="911" dirty="0"/>
          </a:p>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langage visuel cohérent qui renforce</a:t>
            </a:r>
            <a:endParaRPr lang="en-US" sz="911" dirty="0"/>
          </a:p>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la reconnaissance de notre marque</a:t>
            </a:r>
            <a:endParaRPr lang="en-US" sz="911" dirty="0"/>
          </a:p>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et soutient une communication claire</a:t>
            </a:r>
            <a:endParaRPr lang="en-US" sz="911" dirty="0"/>
          </a:p>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e t professionnelle auprès des PME.</a:t>
            </a:r>
            <a:endParaRPr lang="en-US" sz="911" dirty="0"/>
          </a:p>
        </p:txBody>
      </p:sp>
      <p:sp>
        <p:nvSpPr>
          <p:cNvPr id="7" name="Text 2"/>
          <p:cNvSpPr/>
          <p:nvPr/>
        </p:nvSpPr>
        <p:spPr>
          <a:xfrm>
            <a:off x="223838" y="4672013"/>
            <a:ext cx="4491038" cy="149701"/>
          </a:xfrm>
          <a:prstGeom prst="rect">
            <a:avLst/>
          </a:prstGeom>
          <a:noFill/>
          <a:ln/>
        </p:spPr>
        <p:txBody>
          <a:bodyPr wrap="square" lIns="0" tIns="0" rIns="0" bIns="0" rtlCol="0" anchor="t"/>
          <a:lstStyle/>
          <a:p>
            <a:pPr algn="l" indent="0" marL="0">
              <a:lnSpc>
                <a:spcPts val="730"/>
              </a:lnSpc>
              <a:buNone/>
            </a:pPr>
            <a:r>
              <a:rPr lang="en-US" sz="534" dirty="0">
                <a:solidFill>
                  <a:srgbClr val="FFFFFF">
                    <a:alpha val="99000"/>
                  </a:srgbClr>
                </a:solidFill>
                <a:latin typeface="Manrope" pitchFamily="34" charset="0"/>
                <a:ea typeface="Manrope" pitchFamily="34" charset="-122"/>
                <a:cs typeface="Manrope" pitchFamily="34" charset="-120"/>
              </a:rPr>
              <a:t>            </a:t>
            </a:r>
            <a:pPr algn="l" indent="0" marL="0">
              <a:lnSpc>
                <a:spcPts val="730"/>
              </a:lnSpc>
              <a:buNone/>
            </a:pPr>
            <a:r>
              <a:rPr lang="en-US" sz="534" dirty="0">
                <a:solidFill>
                  <a:srgbClr val="2E3B46">
                    <a:alpha val="99000"/>
                  </a:srgbClr>
                </a:solidFill>
                <a:latin typeface="Manrope" pitchFamily="34" charset="0"/>
                <a:ea typeface="Manrope" pitchFamily="34" charset="-122"/>
                <a:cs typeface="Manrope" pitchFamily="34" charset="-120"/>
              </a:rPr>
              <a:t>NOTRE IDENTITÉ. NOS VALEURS. </a:t>
            </a:r>
            <a:pPr algn="l" indent="0" marL="0">
              <a:lnSpc>
                <a:spcPts val="730"/>
              </a:lnSpc>
              <a:buNone/>
            </a:pPr>
            <a:r>
              <a:rPr lang="en-US" sz="534" dirty="0">
                <a:solidFill>
                  <a:srgbClr val="005CFF">
                    <a:alpha val="99000"/>
                  </a:srgbClr>
                </a:solidFill>
                <a:latin typeface="Manrope" pitchFamily="34" charset="0"/>
                <a:ea typeface="Manrope" pitchFamily="34" charset="-122"/>
                <a:cs typeface="Manrope" pitchFamily="34" charset="-120"/>
              </a:rPr>
              <a:t>VOTRE CONFIANCE.</a:t>
            </a:r>
            <a:endParaRPr lang="en-US" sz="534" dirty="0"/>
          </a:p>
        </p:txBody>
      </p:sp>
      <p:pic>
        <p:nvPicPr>
          <p:cNvPr id="8" name="Image 3" descr="preencoded.png">    </p:cNvPr>
          <p:cNvPicPr>
            <a:picLocks noChangeAspect="1"/>
          </p:cNvPicPr>
          <p:nvPr/>
        </p:nvPicPr>
        <p:blipFill>
          <a:blip r:embed="rId4"/>
          <a:srcRect l="0" r="0" t="0" b="0"/>
          <a:stretch/>
        </p:blipFill>
        <p:spPr>
          <a:xfrm>
            <a:off x="90488" y="4614863"/>
            <a:ext cx="233362" cy="233362"/>
          </a:xfrm>
          <a:prstGeom prst="rect">
            <a:avLst/>
          </a:prstGeom>
        </p:spPr>
      </p:pic>
      <p:pic>
        <p:nvPicPr>
          <p:cNvPr id="9" name="Image 4" descr="preencoded.png">    </p:cNvPr>
          <p:cNvPicPr>
            <a:picLocks noChangeAspect="1"/>
          </p:cNvPicPr>
          <p:nvPr/>
        </p:nvPicPr>
        <p:blipFill>
          <a:blip r:embed="rId5"/>
          <a:srcRect l="0" r="0" t="0" b="0"/>
          <a:stretch/>
        </p:blipFill>
        <p:spPr>
          <a:xfrm>
            <a:off x="2566988" y="1071563"/>
            <a:ext cx="6577019" cy="19050"/>
          </a:xfrm>
          <a:prstGeom prst="rect">
            <a:avLst/>
          </a:prstGeom>
        </p:spPr>
      </p:pic>
      <p:sp>
        <p:nvSpPr>
          <p:cNvPr id="10" name="Text 3"/>
          <p:cNvSpPr/>
          <p:nvPr/>
        </p:nvSpPr>
        <p:spPr>
          <a:xfrm>
            <a:off x="7348538" y="4314825"/>
            <a:ext cx="1323975" cy="471488"/>
          </a:xfrm>
          <a:prstGeom prst="rect">
            <a:avLst/>
          </a:prstGeom>
          <a:noFill/>
          <a:ln/>
        </p:spPr>
        <p:txBody>
          <a:bodyPr wrap="square" lIns="0" tIns="0" rIns="0" bIns="0" rtlCol="0" anchor="t"/>
          <a:lstStyle/>
          <a:p>
            <a:pPr algn="r" indent="0" marL="0">
              <a:lnSpc>
                <a:spcPts val="1557"/>
              </a:lnSpc>
              <a:buNone/>
            </a:pPr>
            <a:r>
              <a:rPr lang="en-US" sz="1140" dirty="0">
                <a:solidFill>
                  <a:srgbClr val="0B162A">
                    <a:alpha val="99000"/>
                  </a:srgbClr>
                </a:solidFill>
                <a:latin typeface="Manrope" pitchFamily="34" charset="0"/>
                <a:ea typeface="Manrope" pitchFamily="34" charset="-122"/>
                <a:cs typeface="Manrope" pitchFamily="34" charset="-120"/>
              </a:rPr>
              <a:t>14</a:t>
            </a:r>
            <a:pPr algn="r"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 </a:t>
            </a:r>
            <a:pPr algn="r" indent="0" marL="0">
              <a:lnSpc>
                <a:spcPts val="1557"/>
              </a:lnSpc>
              <a:buNone/>
            </a:pPr>
            <a:r>
              <a:rPr lang="en-US" sz="1140" dirty="0">
                <a:solidFill>
                  <a:srgbClr val="005CFF">
                    <a:alpha val="99000"/>
                  </a:srgbClr>
                </a:solidFill>
                <a:latin typeface="Manrope" pitchFamily="34" charset="0"/>
                <a:ea typeface="Manrope" pitchFamily="34" charset="-122"/>
                <a:cs typeface="Manrope" pitchFamily="34" charset="-120"/>
              </a:rPr>
              <a:t>/</a:t>
            </a:r>
            <a:pPr algn="r"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 </a:t>
            </a:r>
            <a:pPr algn="r" indent="0" marL="0">
              <a:lnSpc>
                <a:spcPts val="1557"/>
              </a:lnSpc>
              <a:buNone/>
            </a:pPr>
            <a:r>
              <a:rPr lang="en-US" sz="1140" dirty="0">
                <a:solidFill>
                  <a:srgbClr val="0B162A">
                    <a:alpha val="99000"/>
                  </a:srgbClr>
                </a:solidFill>
                <a:latin typeface="Manrope" pitchFamily="34" charset="0"/>
                <a:ea typeface="Manrope" pitchFamily="34" charset="-122"/>
                <a:cs typeface="Manrope" pitchFamily="34" charset="-120"/>
              </a:rPr>
              <a:t>22</a:t>
            </a:r>
            <a:endParaRPr lang="en-US" sz="1140" dirty="0"/>
          </a:p>
        </p:txBody>
      </p:sp>
      <p:sp>
        <p:nvSpPr>
          <p:cNvPr id="11" name="Shape 4"/>
          <p:cNvSpPr/>
          <p:nvPr/>
        </p:nvSpPr>
        <p:spPr>
          <a:xfrm>
            <a:off x="2814638" y="1462088"/>
            <a:ext cx="1757363" cy="1809750"/>
          </a:xfrm>
          <a:prstGeom prst="roundRect">
            <a:avLst/>
          </a:prstGeom>
          <a:solidFill>
            <a:srgbClr val="0156FC"/>
          </a:solidFill>
          <a:ln/>
        </p:spPr>
      </p:sp>
      <p:sp>
        <p:nvSpPr>
          <p:cNvPr id="12" name="Shape 5"/>
          <p:cNvSpPr/>
          <p:nvPr/>
        </p:nvSpPr>
        <p:spPr>
          <a:xfrm>
            <a:off x="5010150" y="1462088"/>
            <a:ext cx="1757363" cy="1809750"/>
          </a:xfrm>
          <a:prstGeom prst="roundRect">
            <a:avLst/>
          </a:prstGeom>
          <a:solidFill>
            <a:srgbClr val="212933"/>
          </a:solidFill>
          <a:ln w="18097">
            <a:solidFill>
              <a:srgbClr val="000000"/>
            </a:solidFill>
            <a:prstDash val="solid"/>
          </a:ln>
        </p:spPr>
      </p:sp>
      <p:sp>
        <p:nvSpPr>
          <p:cNvPr id="13" name="Shape 6"/>
          <p:cNvSpPr/>
          <p:nvPr/>
        </p:nvSpPr>
        <p:spPr>
          <a:xfrm>
            <a:off x="7205663" y="1462088"/>
            <a:ext cx="1757363" cy="1809750"/>
          </a:xfrm>
          <a:prstGeom prst="roundRect">
            <a:avLst/>
          </a:prstGeom>
          <a:solidFill>
            <a:srgbClr val="EBEBEB"/>
          </a:solidFill>
          <a:ln/>
        </p:spPr>
      </p:sp>
      <p:sp>
        <p:nvSpPr>
          <p:cNvPr id="14" name="Text 7"/>
          <p:cNvSpPr/>
          <p:nvPr/>
        </p:nvSpPr>
        <p:spPr>
          <a:xfrm>
            <a:off x="2814638" y="3452813"/>
            <a:ext cx="2443163" cy="161925"/>
          </a:xfrm>
          <a:prstGeom prst="rect">
            <a:avLst/>
          </a:prstGeom>
          <a:noFill/>
          <a:ln/>
        </p:spPr>
        <p:txBody>
          <a:bodyPr wrap="square" lIns="0" tIns="0" rIns="0" bIns="0" rtlCol="0" anchor="t"/>
          <a:lstStyle/>
          <a:p>
            <a:pPr algn="l" indent="0" marL="0">
              <a:lnSpc>
                <a:spcPts val="2336"/>
              </a:lnSpc>
              <a:buNone/>
            </a:pPr>
            <a:r>
              <a:rPr lang="en-US" sz="1710" b="1" dirty="0">
                <a:solidFill>
                  <a:srgbClr val="000000">
                    <a:alpha val="99000"/>
                  </a:srgbClr>
                </a:solidFill>
                <a:latin typeface="Manrope" pitchFamily="34" charset="0"/>
                <a:ea typeface="Manrope" pitchFamily="34" charset="-122"/>
                <a:cs typeface="Manrope" pitchFamily="34" charset="-120"/>
              </a:rPr>
              <a:t>Bleu</a:t>
            </a:r>
            <a:pPr algn="l" indent="0" marL="0">
              <a:lnSpc>
                <a:spcPts val="2336"/>
              </a:lnSpc>
              <a:buNone/>
            </a:pPr>
            <a:r>
              <a:rPr lang="en-US" sz="1710" b="1" dirty="0">
                <a:solidFill>
                  <a:srgbClr val="1265FF">
                    <a:alpha val="99000"/>
                  </a:srgbClr>
                </a:solidFill>
                <a:latin typeface="Manrope" pitchFamily="34" charset="0"/>
                <a:ea typeface="Manrope" pitchFamily="34" charset="-122"/>
                <a:cs typeface="Manrope" pitchFamily="34" charset="-120"/>
              </a:rPr>
              <a:t> </a:t>
            </a:r>
            <a:pPr algn="l" indent="0" marL="0">
              <a:lnSpc>
                <a:spcPts val="2336"/>
              </a:lnSpc>
              <a:buNone/>
            </a:pPr>
            <a:r>
              <a:rPr lang="en-US" sz="1710" b="1" dirty="0">
                <a:solidFill>
                  <a:srgbClr val="000000">
                    <a:alpha val="99000"/>
                  </a:srgbClr>
                </a:solidFill>
                <a:latin typeface="Manrope" pitchFamily="34" charset="0"/>
                <a:ea typeface="Manrope" pitchFamily="34" charset="-122"/>
                <a:cs typeface="Manrope" pitchFamily="34" charset="-120"/>
              </a:rPr>
              <a:t>ALT</a:t>
            </a:r>
            <a:endParaRPr lang="en-US" sz="1710" dirty="0"/>
          </a:p>
        </p:txBody>
      </p:sp>
      <p:sp>
        <p:nvSpPr>
          <p:cNvPr id="15" name="Text 8"/>
          <p:cNvSpPr/>
          <p:nvPr/>
        </p:nvSpPr>
        <p:spPr>
          <a:xfrm>
            <a:off x="5010150" y="3452813"/>
            <a:ext cx="2443163" cy="161925"/>
          </a:xfrm>
          <a:prstGeom prst="rect">
            <a:avLst/>
          </a:prstGeom>
          <a:noFill/>
          <a:ln/>
        </p:spPr>
        <p:txBody>
          <a:bodyPr wrap="square" lIns="0" tIns="0" rIns="0" bIns="0" rtlCol="0" anchor="t"/>
          <a:lstStyle/>
          <a:p>
            <a:pPr algn="l" indent="0" marL="0">
              <a:lnSpc>
                <a:spcPts val="2336"/>
              </a:lnSpc>
              <a:buNone/>
            </a:pPr>
            <a:r>
              <a:rPr lang="en-US" sz="1710" b="1" dirty="0">
                <a:solidFill>
                  <a:srgbClr val="000000">
                    <a:alpha val="99000"/>
                  </a:srgbClr>
                </a:solidFill>
                <a:latin typeface="Manrope" pitchFamily="34" charset="0"/>
                <a:ea typeface="Manrope" pitchFamily="34" charset="-122"/>
                <a:cs typeface="Manrope" pitchFamily="34" charset="-120"/>
              </a:rPr>
              <a:t>Gris Ardoise</a:t>
            </a:r>
            <a:endParaRPr lang="en-US" sz="1710" dirty="0"/>
          </a:p>
        </p:txBody>
      </p:sp>
      <p:sp>
        <p:nvSpPr>
          <p:cNvPr id="16" name="Text 9"/>
          <p:cNvSpPr/>
          <p:nvPr/>
        </p:nvSpPr>
        <p:spPr>
          <a:xfrm>
            <a:off x="7205663" y="3452813"/>
            <a:ext cx="2443163" cy="161925"/>
          </a:xfrm>
          <a:prstGeom prst="rect">
            <a:avLst/>
          </a:prstGeom>
          <a:noFill/>
          <a:ln/>
        </p:spPr>
        <p:txBody>
          <a:bodyPr wrap="square" lIns="0" tIns="0" rIns="0" bIns="0" rtlCol="0" anchor="t"/>
          <a:lstStyle/>
          <a:p>
            <a:pPr algn="l" indent="0" marL="0">
              <a:lnSpc>
                <a:spcPts val="2336"/>
              </a:lnSpc>
              <a:buNone/>
            </a:pPr>
            <a:r>
              <a:rPr lang="en-US" sz="1710" b="1" dirty="0">
                <a:solidFill>
                  <a:srgbClr val="000000">
                    <a:alpha val="99000"/>
                  </a:srgbClr>
                </a:solidFill>
                <a:latin typeface="Manrope" pitchFamily="34" charset="0"/>
                <a:ea typeface="Manrope" pitchFamily="34" charset="-122"/>
                <a:cs typeface="Manrope" pitchFamily="34" charset="-120"/>
              </a:rPr>
              <a:t>Gris clair</a:t>
            </a:r>
            <a:endParaRPr lang="en-US" sz="1710" dirty="0"/>
          </a:p>
        </p:txBody>
      </p:sp>
      <p:sp>
        <p:nvSpPr>
          <p:cNvPr id="17" name="Text 10"/>
          <p:cNvSpPr/>
          <p:nvPr/>
        </p:nvSpPr>
        <p:spPr>
          <a:xfrm>
            <a:off x="2814638" y="3814763"/>
            <a:ext cx="3357563" cy="314325"/>
          </a:xfrm>
          <a:prstGeom prst="rect">
            <a:avLst/>
          </a:prstGeom>
          <a:noFill/>
          <a:ln/>
        </p:spPr>
        <p:txBody>
          <a:bodyPr wrap="square" lIns="0" tIns="0" rIns="0" bIns="0" rtlCol="0" anchor="t"/>
          <a:lstStyle/>
          <a:p>
            <a:pPr algn="l" indent="0" marL="0">
              <a:lnSpc>
                <a:spcPts val="2336"/>
              </a:lnSpc>
              <a:buNone/>
            </a:pPr>
            <a:r>
              <a:rPr lang="en-US" sz="1710" dirty="0">
                <a:solidFill>
                  <a:srgbClr val="0B162A">
                    <a:alpha val="99000"/>
                  </a:srgbClr>
                </a:solidFill>
                <a:latin typeface="Manrope" pitchFamily="34" charset="0"/>
                <a:ea typeface="Manrope" pitchFamily="34" charset="-122"/>
                <a:cs typeface="Manrope" pitchFamily="34" charset="-120"/>
              </a:rPr>
              <a:t>#0156FC</a:t>
            </a:r>
            <a:endParaRPr lang="en-US" sz="1710" dirty="0"/>
          </a:p>
        </p:txBody>
      </p:sp>
      <p:sp>
        <p:nvSpPr>
          <p:cNvPr id="18" name="Text 11"/>
          <p:cNvSpPr/>
          <p:nvPr/>
        </p:nvSpPr>
        <p:spPr>
          <a:xfrm>
            <a:off x="5010150" y="3814763"/>
            <a:ext cx="3357563" cy="314325"/>
          </a:xfrm>
          <a:prstGeom prst="rect">
            <a:avLst/>
          </a:prstGeom>
          <a:noFill/>
          <a:ln/>
        </p:spPr>
        <p:txBody>
          <a:bodyPr wrap="square" lIns="0" tIns="0" rIns="0" bIns="0" rtlCol="0" anchor="t"/>
          <a:lstStyle/>
          <a:p>
            <a:pPr algn="l" indent="0" marL="0">
              <a:lnSpc>
                <a:spcPts val="2336"/>
              </a:lnSpc>
              <a:buNone/>
            </a:pPr>
            <a:r>
              <a:rPr lang="en-US" sz="1710" dirty="0">
                <a:solidFill>
                  <a:srgbClr val="0B162A">
                    <a:alpha val="99000"/>
                  </a:srgbClr>
                </a:solidFill>
                <a:latin typeface="Manrope" pitchFamily="34" charset="0"/>
                <a:ea typeface="Manrope" pitchFamily="34" charset="-122"/>
                <a:cs typeface="Manrope" pitchFamily="34" charset="-120"/>
              </a:rPr>
              <a:t>#212933</a:t>
            </a:r>
            <a:endParaRPr lang="en-US" sz="1710" dirty="0"/>
          </a:p>
        </p:txBody>
      </p:sp>
      <p:sp>
        <p:nvSpPr>
          <p:cNvPr id="19" name="Text 12"/>
          <p:cNvSpPr/>
          <p:nvPr/>
        </p:nvSpPr>
        <p:spPr>
          <a:xfrm>
            <a:off x="7205663" y="3814763"/>
            <a:ext cx="3357563" cy="314325"/>
          </a:xfrm>
          <a:prstGeom prst="rect">
            <a:avLst/>
          </a:prstGeom>
          <a:noFill/>
          <a:ln/>
        </p:spPr>
        <p:txBody>
          <a:bodyPr wrap="square" lIns="0" tIns="0" rIns="0" bIns="0" rtlCol="0" anchor="t"/>
          <a:lstStyle/>
          <a:p>
            <a:pPr algn="l" indent="0" marL="0">
              <a:lnSpc>
                <a:spcPts val="2336"/>
              </a:lnSpc>
              <a:buNone/>
            </a:pPr>
            <a:r>
              <a:rPr lang="en-US" sz="1710" dirty="0">
                <a:solidFill>
                  <a:srgbClr val="0B162A">
                    <a:alpha val="99000"/>
                  </a:srgbClr>
                </a:solidFill>
                <a:latin typeface="Manrope" pitchFamily="34" charset="0"/>
                <a:ea typeface="Manrope" pitchFamily="34" charset="-122"/>
                <a:cs typeface="Manrope" pitchFamily="34" charset="-120"/>
              </a:rPr>
              <a:t>#EBEBEB</a:t>
            </a:r>
            <a:endParaRPr lang="en-US" sz="1710" dirty="0"/>
          </a:p>
        </p:txBody>
      </p:sp>
      <p:pic>
        <p:nvPicPr>
          <p:cNvPr id="20" name="Image 5" descr="preencoded.png">    </p:cNvPr>
          <p:cNvPicPr>
            <a:picLocks noChangeAspect="1"/>
          </p:cNvPicPr>
          <p:nvPr/>
        </p:nvPicPr>
        <p:blipFill>
          <a:blip r:embed="rId6"/>
          <a:srcRect l="0" r="0" t="0" b="0"/>
          <a:stretch/>
        </p:blipFill>
        <p:spPr>
          <a:xfrm>
            <a:off x="90488" y="2895600"/>
            <a:ext cx="85725" cy="104775"/>
          </a:xfrm>
          <a:prstGeom prst="rect">
            <a:avLst/>
          </a:prstGeom>
        </p:spPr>
      </p:pic>
      <p:sp>
        <p:nvSpPr>
          <p:cNvPr id="21" name="Text 13"/>
          <p:cNvSpPr/>
          <p:nvPr/>
        </p:nvSpPr>
        <p:spPr>
          <a:xfrm>
            <a:off x="223838" y="2895600"/>
            <a:ext cx="1976438" cy="162447"/>
          </a:xfrm>
          <a:prstGeom prst="rect">
            <a:avLst/>
          </a:prstGeom>
          <a:noFill/>
          <a:ln/>
        </p:spPr>
        <p:txBody>
          <a:bodyPr wrap="square" lIns="0" tIns="0" rIns="0" bIns="0" rtlCol="0" anchor="t"/>
          <a:lstStyle/>
          <a:p>
            <a:pPr algn="l" indent="0" marL="0">
              <a:lnSpc>
                <a:spcPts val="730"/>
              </a:lnSpc>
              <a:buNone/>
            </a:pPr>
            <a:r>
              <a:rPr lang="en-US" sz="534" dirty="0">
                <a:solidFill>
                  <a:srgbClr val="0B162A">
                    <a:alpha val="99000"/>
                  </a:srgbClr>
                </a:solidFill>
                <a:latin typeface="Manrope" pitchFamily="34" charset="0"/>
                <a:ea typeface="Manrope" pitchFamily="34" charset="-122"/>
                <a:cs typeface="Manrope" pitchFamily="34" charset="-120"/>
              </a:rPr>
              <a:t>Bleu ALT = innovation et confiance.</a:t>
            </a:r>
            <a:endParaRPr lang="en-US" sz="534" dirty="0"/>
          </a:p>
        </p:txBody>
      </p:sp>
      <p:pic>
        <p:nvPicPr>
          <p:cNvPr id="22" name="Image 6" descr="preencoded.png">    </p:cNvPr>
          <p:cNvPicPr>
            <a:picLocks noChangeAspect="1"/>
          </p:cNvPicPr>
          <p:nvPr/>
        </p:nvPicPr>
        <p:blipFill>
          <a:blip r:embed="rId7"/>
          <a:srcRect l="0" r="0" t="0" b="0"/>
          <a:stretch/>
        </p:blipFill>
        <p:spPr>
          <a:xfrm>
            <a:off x="85725" y="3167063"/>
            <a:ext cx="85725" cy="104775"/>
          </a:xfrm>
          <a:prstGeom prst="rect">
            <a:avLst/>
          </a:prstGeom>
        </p:spPr>
      </p:pic>
      <p:sp>
        <p:nvSpPr>
          <p:cNvPr id="23" name="Text 14"/>
          <p:cNvSpPr/>
          <p:nvPr/>
        </p:nvSpPr>
        <p:spPr>
          <a:xfrm>
            <a:off x="223838" y="3167063"/>
            <a:ext cx="1976438" cy="162447"/>
          </a:xfrm>
          <a:prstGeom prst="rect">
            <a:avLst/>
          </a:prstGeom>
          <a:noFill/>
          <a:ln/>
        </p:spPr>
        <p:txBody>
          <a:bodyPr wrap="square" lIns="0" tIns="0" rIns="0" bIns="0" rtlCol="0" anchor="t"/>
          <a:lstStyle/>
          <a:p>
            <a:pPr algn="l" indent="0" marL="0">
              <a:lnSpc>
                <a:spcPts val="730"/>
              </a:lnSpc>
              <a:buNone/>
            </a:pPr>
            <a:r>
              <a:rPr lang="en-US" sz="534" dirty="0">
                <a:solidFill>
                  <a:srgbClr val="0B162A">
                    <a:alpha val="99000"/>
                  </a:srgbClr>
                </a:solidFill>
                <a:latin typeface="Manrope" pitchFamily="34" charset="0"/>
                <a:ea typeface="Manrope" pitchFamily="34" charset="-122"/>
                <a:cs typeface="Manrope" pitchFamily="34" charset="-120"/>
              </a:rPr>
              <a:t>Gris ardoise = sérieux et stabilité</a:t>
            </a:r>
            <a:endParaRPr lang="en-US" sz="534" dirty="0"/>
          </a:p>
        </p:txBody>
      </p:sp>
      <p:pic>
        <p:nvPicPr>
          <p:cNvPr id="24" name="Image 7" descr="preencoded.png">    </p:cNvPr>
          <p:cNvPicPr>
            <a:picLocks noChangeAspect="1"/>
          </p:cNvPicPr>
          <p:nvPr/>
        </p:nvPicPr>
        <p:blipFill>
          <a:blip r:embed="rId8"/>
          <a:srcRect l="0" r="0" t="0" b="0"/>
          <a:stretch/>
        </p:blipFill>
        <p:spPr>
          <a:xfrm>
            <a:off x="90488" y="3438525"/>
            <a:ext cx="85725" cy="104775"/>
          </a:xfrm>
          <a:prstGeom prst="rect">
            <a:avLst/>
          </a:prstGeom>
        </p:spPr>
      </p:pic>
      <p:sp>
        <p:nvSpPr>
          <p:cNvPr id="25" name="Text 15"/>
          <p:cNvSpPr/>
          <p:nvPr/>
        </p:nvSpPr>
        <p:spPr>
          <a:xfrm>
            <a:off x="223838" y="3438525"/>
            <a:ext cx="1976438" cy="162447"/>
          </a:xfrm>
          <a:prstGeom prst="rect">
            <a:avLst/>
          </a:prstGeom>
          <a:noFill/>
          <a:ln/>
        </p:spPr>
        <p:txBody>
          <a:bodyPr wrap="square" lIns="0" tIns="0" rIns="0" bIns="0" rtlCol="0" anchor="t"/>
          <a:lstStyle/>
          <a:p>
            <a:pPr algn="l" indent="0" marL="0">
              <a:lnSpc>
                <a:spcPts val="730"/>
              </a:lnSpc>
              <a:buNone/>
            </a:pPr>
            <a:r>
              <a:rPr lang="en-US" sz="534" dirty="0">
                <a:solidFill>
                  <a:srgbClr val="0B162A">
                    <a:alpha val="99000"/>
                  </a:srgbClr>
                </a:solidFill>
                <a:latin typeface="Manrope" pitchFamily="34" charset="0"/>
                <a:ea typeface="Manrope" pitchFamily="34" charset="-122"/>
                <a:cs typeface="Manrope" pitchFamily="34" charset="-120"/>
              </a:rPr>
              <a:t>Gris clair = Clarté et vision</a:t>
            </a:r>
            <a:endParaRPr lang="en-US" sz="534"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566988" y="266700"/>
            <a:ext cx="7509757" cy="623888"/>
          </a:xfrm>
          <a:prstGeom prst="rect">
            <a:avLst/>
          </a:prstGeom>
          <a:noFill/>
          <a:ln/>
        </p:spPr>
        <p:txBody>
          <a:bodyPr wrap="square" lIns="0" tIns="0" rIns="0" bIns="0" rtlCol="0" anchor="t"/>
          <a:lstStyle/>
          <a:p>
            <a:pPr algn="l" indent="0" marL="0">
              <a:lnSpc>
                <a:spcPts val="4722"/>
              </a:lnSpc>
              <a:buNone/>
            </a:pPr>
            <a:r>
              <a:rPr lang="en-US" sz="3457" b="1" dirty="0">
                <a:solidFill>
                  <a:srgbClr val="0B162A">
                    <a:alpha val="99000"/>
                  </a:srgbClr>
                </a:solidFill>
                <a:latin typeface="Manrope" pitchFamily="34" charset="0"/>
                <a:ea typeface="Manrope" pitchFamily="34" charset="-122"/>
                <a:cs typeface="Manrope" pitchFamily="34" charset="-120"/>
              </a:rPr>
              <a:t>COULEURS DE MARQUES</a:t>
            </a:r>
            <a:endParaRPr lang="en-US" sz="3457" dirty="0"/>
          </a:p>
        </p:txBody>
      </p:sp>
      <p:pic>
        <p:nvPicPr>
          <p:cNvPr id="3" name="Image 0" descr="preencoded.png">    </p:cNvPr>
          <p:cNvPicPr>
            <a:picLocks noChangeAspect="1"/>
          </p:cNvPicPr>
          <p:nvPr/>
        </p:nvPicPr>
        <p:blipFill>
          <a:blip r:embed="rId1"/>
          <a:srcRect l="0" r="0" t="0" b="0"/>
          <a:stretch/>
        </p:blipFill>
        <p:spPr>
          <a:xfrm>
            <a:off x="19050" y="1069181"/>
            <a:ext cx="2181225" cy="9525"/>
          </a:xfrm>
          <a:prstGeom prst="rect">
            <a:avLst/>
          </a:prstGeom>
        </p:spPr>
      </p:pic>
      <p:pic>
        <p:nvPicPr>
          <p:cNvPr id="4" name="Image 1" descr="preencoded.png">    </p:cNvPr>
          <p:cNvPicPr>
            <a:picLocks noChangeAspect="1"/>
          </p:cNvPicPr>
          <p:nvPr/>
        </p:nvPicPr>
        <p:blipFill>
          <a:blip r:embed="rId2"/>
          <a:srcRect l="0" r="-28571" t="0" b="0"/>
          <a:stretch/>
        </p:blipFill>
        <p:spPr>
          <a:xfrm>
            <a:off x="2343150" y="0"/>
            <a:ext cx="42863" cy="5143500"/>
          </a:xfrm>
          <a:prstGeom prst="rect">
            <a:avLst/>
          </a:prstGeom>
        </p:spPr>
      </p:pic>
      <p:pic>
        <p:nvPicPr>
          <p:cNvPr id="5" name="Image 2" descr="preencoded.png">    </p:cNvPr>
          <p:cNvPicPr>
            <a:picLocks noChangeAspect="1"/>
          </p:cNvPicPr>
          <p:nvPr/>
        </p:nvPicPr>
        <p:blipFill>
          <a:blip r:embed="rId3"/>
          <a:srcRect l="0" r="0" t="0" b="0"/>
          <a:stretch/>
        </p:blipFill>
        <p:spPr>
          <a:xfrm>
            <a:off x="309563" y="9525"/>
            <a:ext cx="1404938" cy="1052513"/>
          </a:xfrm>
          <a:prstGeom prst="rect">
            <a:avLst/>
          </a:prstGeom>
        </p:spPr>
      </p:pic>
      <p:sp>
        <p:nvSpPr>
          <p:cNvPr id="6" name="Text 1"/>
          <p:cNvSpPr/>
          <p:nvPr/>
        </p:nvSpPr>
        <p:spPr>
          <a:xfrm>
            <a:off x="85725" y="1462088"/>
            <a:ext cx="2481263" cy="161925"/>
          </a:xfrm>
          <a:prstGeom prst="rect">
            <a:avLst/>
          </a:prstGeom>
          <a:noFill/>
          <a:ln/>
        </p:spPr>
        <p:txBody>
          <a:bodyPr wrap="square" lIns="0" tIns="0" rIns="0" bIns="0" rtlCol="0" anchor="t"/>
          <a:lstStyle/>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La palette de couleurs ALT se</a:t>
            </a:r>
            <a:endParaRPr lang="en-US" sz="911" dirty="0"/>
          </a:p>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compose de teintes principales et</a:t>
            </a:r>
            <a:endParaRPr lang="en-US" sz="911" dirty="0"/>
          </a:p>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secondaires, conçues pour offrir</a:t>
            </a:r>
            <a:endParaRPr lang="en-US" sz="911" dirty="0"/>
          </a:p>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clarté, hiérarchie et cohérence sur</a:t>
            </a:r>
            <a:endParaRPr lang="en-US" sz="911" dirty="0"/>
          </a:p>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tous nos supports. </a:t>
            </a:r>
            <a:endParaRPr lang="en-US" sz="911" dirty="0"/>
          </a:p>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Chaque couleur dispose de</a:t>
            </a:r>
            <a:endParaRPr lang="en-US" sz="911" dirty="0"/>
          </a:p>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variations tonales (tintes) permettant</a:t>
            </a:r>
            <a:endParaRPr lang="en-US" sz="911" dirty="0"/>
          </a:p>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d'assurer souplesse, accessibilité</a:t>
            </a:r>
            <a:endParaRPr lang="en-US" sz="911" dirty="0"/>
          </a:p>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et cohérence visuelle dans tous les</a:t>
            </a:r>
            <a:endParaRPr lang="en-US" sz="911" dirty="0"/>
          </a:p>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contextes d'utilisation.</a:t>
            </a:r>
            <a:endParaRPr lang="en-US" sz="911" dirty="0"/>
          </a:p>
        </p:txBody>
      </p:sp>
      <p:sp>
        <p:nvSpPr>
          <p:cNvPr id="7" name="Text 2"/>
          <p:cNvSpPr/>
          <p:nvPr/>
        </p:nvSpPr>
        <p:spPr>
          <a:xfrm>
            <a:off x="223838" y="4672013"/>
            <a:ext cx="4491038" cy="149701"/>
          </a:xfrm>
          <a:prstGeom prst="rect">
            <a:avLst/>
          </a:prstGeom>
          <a:noFill/>
          <a:ln/>
        </p:spPr>
        <p:txBody>
          <a:bodyPr wrap="square" lIns="0" tIns="0" rIns="0" bIns="0" rtlCol="0" anchor="t"/>
          <a:lstStyle/>
          <a:p>
            <a:pPr algn="l" indent="0" marL="0">
              <a:lnSpc>
                <a:spcPts val="730"/>
              </a:lnSpc>
              <a:buNone/>
            </a:pPr>
            <a:r>
              <a:rPr lang="en-US" sz="534" dirty="0">
                <a:solidFill>
                  <a:srgbClr val="FFFFFF">
                    <a:alpha val="99000"/>
                  </a:srgbClr>
                </a:solidFill>
                <a:latin typeface="Manrope" pitchFamily="34" charset="0"/>
                <a:ea typeface="Manrope" pitchFamily="34" charset="-122"/>
                <a:cs typeface="Manrope" pitchFamily="34" charset="-120"/>
              </a:rPr>
              <a:t>            </a:t>
            </a:r>
            <a:pPr algn="l" indent="0" marL="0">
              <a:lnSpc>
                <a:spcPts val="730"/>
              </a:lnSpc>
              <a:buNone/>
            </a:pPr>
            <a:r>
              <a:rPr lang="en-US" sz="534" dirty="0">
                <a:solidFill>
                  <a:srgbClr val="2E3B46">
                    <a:alpha val="99000"/>
                  </a:srgbClr>
                </a:solidFill>
                <a:latin typeface="Manrope" pitchFamily="34" charset="0"/>
                <a:ea typeface="Manrope" pitchFamily="34" charset="-122"/>
                <a:cs typeface="Manrope" pitchFamily="34" charset="-120"/>
              </a:rPr>
              <a:t>NOTRE IDENTITÉ. NOS VALEURS. </a:t>
            </a:r>
            <a:pPr algn="l" indent="0" marL="0">
              <a:lnSpc>
                <a:spcPts val="730"/>
              </a:lnSpc>
              <a:buNone/>
            </a:pPr>
            <a:r>
              <a:rPr lang="en-US" sz="534" dirty="0">
                <a:solidFill>
                  <a:srgbClr val="005CFF">
                    <a:alpha val="99000"/>
                  </a:srgbClr>
                </a:solidFill>
                <a:latin typeface="Manrope" pitchFamily="34" charset="0"/>
                <a:ea typeface="Manrope" pitchFamily="34" charset="-122"/>
                <a:cs typeface="Manrope" pitchFamily="34" charset="-120"/>
              </a:rPr>
              <a:t>VOTRE CONFIANCE.</a:t>
            </a:r>
            <a:endParaRPr lang="en-US" sz="534" dirty="0"/>
          </a:p>
        </p:txBody>
      </p:sp>
      <p:pic>
        <p:nvPicPr>
          <p:cNvPr id="8" name="Image 3" descr="preencoded.png">    </p:cNvPr>
          <p:cNvPicPr>
            <a:picLocks noChangeAspect="1"/>
          </p:cNvPicPr>
          <p:nvPr/>
        </p:nvPicPr>
        <p:blipFill>
          <a:blip r:embed="rId4"/>
          <a:srcRect l="0" r="0" t="0" b="0"/>
          <a:stretch/>
        </p:blipFill>
        <p:spPr>
          <a:xfrm>
            <a:off x="90488" y="4614863"/>
            <a:ext cx="233362" cy="233362"/>
          </a:xfrm>
          <a:prstGeom prst="rect">
            <a:avLst/>
          </a:prstGeom>
        </p:spPr>
      </p:pic>
      <p:pic>
        <p:nvPicPr>
          <p:cNvPr id="9" name="Image 4" descr="preencoded.png">    </p:cNvPr>
          <p:cNvPicPr>
            <a:picLocks noChangeAspect="1"/>
          </p:cNvPicPr>
          <p:nvPr/>
        </p:nvPicPr>
        <p:blipFill>
          <a:blip r:embed="rId5"/>
          <a:srcRect l="0" r="0" t="0" b="0"/>
          <a:stretch/>
        </p:blipFill>
        <p:spPr>
          <a:xfrm>
            <a:off x="2566988" y="1071563"/>
            <a:ext cx="6577019" cy="19050"/>
          </a:xfrm>
          <a:prstGeom prst="rect">
            <a:avLst/>
          </a:prstGeom>
        </p:spPr>
      </p:pic>
      <p:sp>
        <p:nvSpPr>
          <p:cNvPr id="10" name="Text 3"/>
          <p:cNvSpPr/>
          <p:nvPr/>
        </p:nvSpPr>
        <p:spPr>
          <a:xfrm>
            <a:off x="7600950" y="4586288"/>
            <a:ext cx="1323975" cy="471488"/>
          </a:xfrm>
          <a:prstGeom prst="rect">
            <a:avLst/>
          </a:prstGeom>
          <a:noFill/>
          <a:ln/>
        </p:spPr>
        <p:txBody>
          <a:bodyPr wrap="square" lIns="0" tIns="0" rIns="0" bIns="0" rtlCol="0" anchor="t"/>
          <a:lstStyle/>
          <a:p>
            <a:pPr algn="r" indent="0" marL="0">
              <a:lnSpc>
                <a:spcPts val="1557"/>
              </a:lnSpc>
              <a:buNone/>
            </a:pPr>
            <a:r>
              <a:rPr lang="en-US" sz="1140" dirty="0">
                <a:solidFill>
                  <a:srgbClr val="0B162A">
                    <a:alpha val="99000"/>
                  </a:srgbClr>
                </a:solidFill>
                <a:latin typeface="Manrope" pitchFamily="34" charset="0"/>
                <a:ea typeface="Manrope" pitchFamily="34" charset="-122"/>
                <a:cs typeface="Manrope" pitchFamily="34" charset="-120"/>
              </a:rPr>
              <a:t>15 </a:t>
            </a:r>
            <a:pPr algn="r" indent="0" marL="0">
              <a:lnSpc>
                <a:spcPts val="1557"/>
              </a:lnSpc>
              <a:buNone/>
            </a:pPr>
            <a:r>
              <a:rPr lang="en-US" sz="1140" dirty="0">
                <a:solidFill>
                  <a:srgbClr val="005CFF">
                    <a:alpha val="99000"/>
                  </a:srgbClr>
                </a:solidFill>
                <a:latin typeface="Manrope" pitchFamily="34" charset="0"/>
                <a:ea typeface="Manrope" pitchFamily="34" charset="-122"/>
                <a:cs typeface="Manrope" pitchFamily="34" charset="-120"/>
              </a:rPr>
              <a:t>/</a:t>
            </a:r>
            <a:pPr algn="r"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 </a:t>
            </a:r>
            <a:pPr algn="r" indent="0" marL="0">
              <a:lnSpc>
                <a:spcPts val="1557"/>
              </a:lnSpc>
              <a:buNone/>
            </a:pPr>
            <a:r>
              <a:rPr lang="en-US" sz="1140" dirty="0">
                <a:solidFill>
                  <a:srgbClr val="0B162A">
                    <a:alpha val="99000"/>
                  </a:srgbClr>
                </a:solidFill>
                <a:latin typeface="Manrope" pitchFamily="34" charset="0"/>
                <a:ea typeface="Manrope" pitchFamily="34" charset="-122"/>
                <a:cs typeface="Manrope" pitchFamily="34" charset="-120"/>
              </a:rPr>
              <a:t>22</a:t>
            </a:r>
            <a:endParaRPr lang="en-US" sz="1140" dirty="0"/>
          </a:p>
        </p:txBody>
      </p:sp>
      <p:sp>
        <p:nvSpPr>
          <p:cNvPr id="11" name="Shape 4"/>
          <p:cNvSpPr/>
          <p:nvPr/>
        </p:nvSpPr>
        <p:spPr>
          <a:xfrm>
            <a:off x="2814638" y="1462088"/>
            <a:ext cx="1757363" cy="628650"/>
          </a:xfrm>
          <a:prstGeom prst="roundRect">
            <a:avLst/>
          </a:prstGeom>
          <a:solidFill>
            <a:srgbClr val="0156FC"/>
          </a:solidFill>
          <a:ln/>
        </p:spPr>
      </p:sp>
      <p:sp>
        <p:nvSpPr>
          <p:cNvPr id="12" name="Text 5"/>
          <p:cNvSpPr/>
          <p:nvPr/>
        </p:nvSpPr>
        <p:spPr>
          <a:xfrm>
            <a:off x="3929063" y="1809750"/>
            <a:ext cx="576263" cy="176213"/>
          </a:xfrm>
          <a:prstGeom prst="rect">
            <a:avLst/>
          </a:prstGeom>
          <a:noFill/>
          <a:ln/>
        </p:spPr>
        <p:txBody>
          <a:bodyPr wrap="square" lIns="0" tIns="0" rIns="0" bIns="0" rtlCol="0" anchor="t"/>
          <a:lstStyle/>
          <a:p>
            <a:pPr algn="l" indent="0" marL="0">
              <a:lnSpc>
                <a:spcPts val="1310"/>
              </a:lnSpc>
              <a:buNone/>
            </a:pPr>
            <a:r>
              <a:rPr lang="en-US" sz="959" dirty="0">
                <a:solidFill>
                  <a:srgbClr val="FFFFFF">
                    <a:alpha val="99000"/>
                  </a:srgbClr>
                </a:solidFill>
                <a:latin typeface="Manrope" pitchFamily="34" charset="0"/>
                <a:ea typeface="Manrope" pitchFamily="34" charset="-122"/>
                <a:cs typeface="Manrope" pitchFamily="34" charset="-120"/>
              </a:rPr>
              <a:t>#0156FC</a:t>
            </a:r>
            <a:endParaRPr lang="en-US" sz="959" dirty="0"/>
          </a:p>
        </p:txBody>
      </p:sp>
      <p:pic>
        <p:nvPicPr>
          <p:cNvPr id="13" name="Image 5" descr="preencoded.png">    </p:cNvPr>
          <p:cNvPicPr>
            <a:picLocks noChangeAspect="1"/>
          </p:cNvPicPr>
          <p:nvPr/>
        </p:nvPicPr>
        <p:blipFill>
          <a:blip r:embed="rId6"/>
          <a:srcRect l="0" r="0" t="0" b="0"/>
          <a:stretch/>
        </p:blipFill>
        <p:spPr>
          <a:xfrm>
            <a:off x="90488" y="3448050"/>
            <a:ext cx="85725" cy="104775"/>
          </a:xfrm>
          <a:prstGeom prst="rect">
            <a:avLst/>
          </a:prstGeom>
        </p:spPr>
      </p:pic>
      <p:sp>
        <p:nvSpPr>
          <p:cNvPr id="14" name="Text 6"/>
          <p:cNvSpPr/>
          <p:nvPr/>
        </p:nvSpPr>
        <p:spPr>
          <a:xfrm>
            <a:off x="223838" y="3438525"/>
            <a:ext cx="1976438" cy="162447"/>
          </a:xfrm>
          <a:prstGeom prst="rect">
            <a:avLst/>
          </a:prstGeom>
          <a:noFill/>
          <a:ln/>
        </p:spPr>
        <p:txBody>
          <a:bodyPr wrap="square" lIns="0" tIns="0" rIns="0" bIns="0" rtlCol="0" anchor="t"/>
          <a:lstStyle/>
          <a:p>
            <a:pPr algn="l" indent="0" marL="0">
              <a:lnSpc>
                <a:spcPts val="730"/>
              </a:lnSpc>
              <a:buNone/>
            </a:pPr>
            <a:r>
              <a:rPr lang="en-US" sz="534" dirty="0">
                <a:solidFill>
                  <a:srgbClr val="0B162A">
                    <a:alpha val="99000"/>
                  </a:srgbClr>
                </a:solidFill>
                <a:latin typeface="Manrope" pitchFamily="34" charset="0"/>
                <a:ea typeface="Manrope" pitchFamily="34" charset="-122"/>
                <a:cs typeface="Manrope" pitchFamily="34" charset="-120"/>
              </a:rPr>
              <a:t>Bleu ALT : Pour les accents, liens, boutons d’actions, éléments interactifs.</a:t>
            </a:r>
            <a:endParaRPr lang="en-US" sz="534" dirty="0"/>
          </a:p>
        </p:txBody>
      </p:sp>
      <p:pic>
        <p:nvPicPr>
          <p:cNvPr id="15" name="Image 6" descr="preencoded.png">    </p:cNvPr>
          <p:cNvPicPr>
            <a:picLocks noChangeAspect="1"/>
          </p:cNvPicPr>
          <p:nvPr/>
        </p:nvPicPr>
        <p:blipFill>
          <a:blip r:embed="rId7"/>
          <a:srcRect l="0" r="0" t="0" b="0"/>
          <a:stretch/>
        </p:blipFill>
        <p:spPr>
          <a:xfrm>
            <a:off x="90488" y="3757613"/>
            <a:ext cx="85725" cy="104775"/>
          </a:xfrm>
          <a:prstGeom prst="rect">
            <a:avLst/>
          </a:prstGeom>
        </p:spPr>
      </p:pic>
      <p:sp>
        <p:nvSpPr>
          <p:cNvPr id="16" name="Text 7"/>
          <p:cNvSpPr/>
          <p:nvPr/>
        </p:nvSpPr>
        <p:spPr>
          <a:xfrm>
            <a:off x="223838" y="3757613"/>
            <a:ext cx="1976438" cy="162447"/>
          </a:xfrm>
          <a:prstGeom prst="rect">
            <a:avLst/>
          </a:prstGeom>
          <a:noFill/>
          <a:ln/>
        </p:spPr>
        <p:txBody>
          <a:bodyPr wrap="square" lIns="0" tIns="0" rIns="0" bIns="0" rtlCol="0" anchor="t"/>
          <a:lstStyle/>
          <a:p>
            <a:pPr algn="l" indent="0" marL="0">
              <a:lnSpc>
                <a:spcPts val="730"/>
              </a:lnSpc>
              <a:buNone/>
            </a:pPr>
            <a:r>
              <a:rPr lang="en-US" sz="534" dirty="0">
                <a:solidFill>
                  <a:srgbClr val="0B162A">
                    <a:alpha val="99000"/>
                  </a:srgbClr>
                </a:solidFill>
                <a:latin typeface="Manrope" pitchFamily="34" charset="0"/>
                <a:ea typeface="Manrope" pitchFamily="34" charset="-122"/>
                <a:cs typeface="Manrope" pitchFamily="34" charset="-120"/>
              </a:rPr>
              <a:t>Gris ardoise : Textes principaux, tirages, éléments de structure.</a:t>
            </a:r>
            <a:endParaRPr lang="en-US" sz="534" dirty="0"/>
          </a:p>
        </p:txBody>
      </p:sp>
      <p:pic>
        <p:nvPicPr>
          <p:cNvPr id="17" name="Image 7" descr="preencoded.png">    </p:cNvPr>
          <p:cNvPicPr>
            <a:picLocks noChangeAspect="1"/>
          </p:cNvPicPr>
          <p:nvPr/>
        </p:nvPicPr>
        <p:blipFill>
          <a:blip r:embed="rId8"/>
          <a:srcRect l="0" r="0" t="0" b="0"/>
          <a:stretch/>
        </p:blipFill>
        <p:spPr>
          <a:xfrm>
            <a:off x="90488" y="4095750"/>
            <a:ext cx="85725" cy="104775"/>
          </a:xfrm>
          <a:prstGeom prst="rect">
            <a:avLst/>
          </a:prstGeom>
        </p:spPr>
      </p:pic>
      <p:sp>
        <p:nvSpPr>
          <p:cNvPr id="18" name="Text 8"/>
          <p:cNvSpPr/>
          <p:nvPr/>
        </p:nvSpPr>
        <p:spPr>
          <a:xfrm>
            <a:off x="223838" y="4095750"/>
            <a:ext cx="1976438" cy="162447"/>
          </a:xfrm>
          <a:prstGeom prst="rect">
            <a:avLst/>
          </a:prstGeom>
          <a:noFill/>
          <a:ln/>
        </p:spPr>
        <p:txBody>
          <a:bodyPr wrap="square" lIns="0" tIns="0" rIns="0" bIns="0" rtlCol="0" anchor="t"/>
          <a:lstStyle/>
          <a:p>
            <a:pPr algn="l" indent="0" marL="0">
              <a:lnSpc>
                <a:spcPts val="730"/>
              </a:lnSpc>
              <a:buNone/>
            </a:pPr>
            <a:r>
              <a:rPr lang="en-US" sz="534" dirty="0">
                <a:solidFill>
                  <a:srgbClr val="0B162A">
                    <a:alpha val="99000"/>
                  </a:srgbClr>
                </a:solidFill>
                <a:latin typeface="Manrope" pitchFamily="34" charset="0"/>
                <a:ea typeface="Manrope" pitchFamily="34" charset="-122"/>
                <a:cs typeface="Manrope" pitchFamily="34" charset="-120"/>
              </a:rPr>
              <a:t>Gris clair : Pour les fonds, les surfaces, les textes secondaires.</a:t>
            </a:r>
            <a:endParaRPr lang="en-US" sz="534" dirty="0"/>
          </a:p>
        </p:txBody>
      </p:sp>
      <p:sp>
        <p:nvSpPr>
          <p:cNvPr id="19" name="Shape 9"/>
          <p:cNvSpPr/>
          <p:nvPr/>
        </p:nvSpPr>
        <p:spPr>
          <a:xfrm>
            <a:off x="2814638" y="2190750"/>
            <a:ext cx="1757363" cy="628650"/>
          </a:xfrm>
          <a:prstGeom prst="roundRect">
            <a:avLst/>
          </a:prstGeom>
          <a:solidFill>
            <a:srgbClr val="3478FC"/>
          </a:solidFill>
          <a:ln/>
        </p:spPr>
      </p:sp>
      <p:sp>
        <p:nvSpPr>
          <p:cNvPr id="20" name="Text 10"/>
          <p:cNvSpPr/>
          <p:nvPr/>
        </p:nvSpPr>
        <p:spPr>
          <a:xfrm>
            <a:off x="3948112" y="2571750"/>
            <a:ext cx="576263" cy="176213"/>
          </a:xfrm>
          <a:prstGeom prst="rect">
            <a:avLst/>
          </a:prstGeom>
          <a:noFill/>
          <a:ln/>
        </p:spPr>
        <p:txBody>
          <a:bodyPr wrap="square" lIns="0" tIns="0" rIns="0" bIns="0" rtlCol="0" anchor="t"/>
          <a:lstStyle/>
          <a:p>
            <a:pPr algn="l" indent="0" marL="0">
              <a:lnSpc>
                <a:spcPts val="1310"/>
              </a:lnSpc>
              <a:buNone/>
            </a:pPr>
            <a:r>
              <a:rPr lang="en-US" sz="959" dirty="0">
                <a:solidFill>
                  <a:srgbClr val="FFFFFF">
                    <a:alpha val="99000"/>
                  </a:srgbClr>
                </a:solidFill>
                <a:latin typeface="Manrope" pitchFamily="34" charset="0"/>
                <a:ea typeface="Manrope" pitchFamily="34" charset="-122"/>
                <a:cs typeface="Manrope" pitchFamily="34" charset="-120"/>
              </a:rPr>
              <a:t>#3478FC</a:t>
            </a:r>
            <a:endParaRPr lang="en-US" sz="959" dirty="0"/>
          </a:p>
        </p:txBody>
      </p:sp>
      <p:sp>
        <p:nvSpPr>
          <p:cNvPr id="21" name="Text 11"/>
          <p:cNvSpPr/>
          <p:nvPr/>
        </p:nvSpPr>
        <p:spPr>
          <a:xfrm>
            <a:off x="2890838" y="2571750"/>
            <a:ext cx="361950" cy="176213"/>
          </a:xfrm>
          <a:prstGeom prst="rect">
            <a:avLst/>
          </a:prstGeom>
          <a:noFill/>
          <a:ln/>
        </p:spPr>
        <p:txBody>
          <a:bodyPr wrap="square" lIns="0" tIns="0" rIns="0" bIns="0" rtlCol="0" anchor="t"/>
          <a:lstStyle/>
          <a:p>
            <a:pPr algn="l" indent="0" marL="0">
              <a:lnSpc>
                <a:spcPts val="1310"/>
              </a:lnSpc>
              <a:buNone/>
            </a:pPr>
            <a:r>
              <a:rPr lang="en-US" sz="959" dirty="0">
                <a:solidFill>
                  <a:srgbClr val="FFFFFF">
                    <a:alpha val="99000"/>
                  </a:srgbClr>
                </a:solidFill>
                <a:latin typeface="Manrope" pitchFamily="34" charset="0"/>
                <a:ea typeface="Manrope" pitchFamily="34" charset="-122"/>
                <a:cs typeface="Manrope" pitchFamily="34" charset="-120"/>
              </a:rPr>
              <a:t>80%</a:t>
            </a:r>
            <a:endParaRPr lang="en-US" sz="959" dirty="0"/>
          </a:p>
        </p:txBody>
      </p:sp>
      <p:sp>
        <p:nvSpPr>
          <p:cNvPr id="22" name="Shape 12"/>
          <p:cNvSpPr/>
          <p:nvPr/>
        </p:nvSpPr>
        <p:spPr>
          <a:xfrm>
            <a:off x="2814638" y="3000375"/>
            <a:ext cx="1757363" cy="628650"/>
          </a:xfrm>
          <a:prstGeom prst="roundRect">
            <a:avLst/>
          </a:prstGeom>
          <a:solidFill>
            <a:srgbClr val="6690FC"/>
          </a:solidFill>
          <a:ln/>
        </p:spPr>
      </p:sp>
      <p:sp>
        <p:nvSpPr>
          <p:cNvPr id="23" name="Text 13"/>
          <p:cNvSpPr/>
          <p:nvPr/>
        </p:nvSpPr>
        <p:spPr>
          <a:xfrm>
            <a:off x="3929063" y="3409950"/>
            <a:ext cx="595313" cy="176213"/>
          </a:xfrm>
          <a:prstGeom prst="rect">
            <a:avLst/>
          </a:prstGeom>
          <a:noFill/>
          <a:ln/>
        </p:spPr>
        <p:txBody>
          <a:bodyPr wrap="square" lIns="0" tIns="0" rIns="0" bIns="0" rtlCol="0" anchor="t"/>
          <a:lstStyle/>
          <a:p>
            <a:pPr algn="l" indent="0" marL="0">
              <a:lnSpc>
                <a:spcPts val="1310"/>
              </a:lnSpc>
              <a:buNone/>
            </a:pPr>
            <a:r>
              <a:rPr lang="en-US" sz="959" dirty="0">
                <a:solidFill>
                  <a:srgbClr val="FFFFFF">
                    <a:alpha val="99000"/>
                  </a:srgbClr>
                </a:solidFill>
                <a:latin typeface="Manrope" pitchFamily="34" charset="0"/>
                <a:ea typeface="Manrope" pitchFamily="34" charset="-122"/>
                <a:cs typeface="Manrope" pitchFamily="34" charset="-120"/>
              </a:rPr>
              <a:t>#6690FC</a:t>
            </a:r>
            <a:endParaRPr lang="en-US" sz="959" dirty="0"/>
          </a:p>
        </p:txBody>
      </p:sp>
      <p:sp>
        <p:nvSpPr>
          <p:cNvPr id="24" name="Text 14"/>
          <p:cNvSpPr/>
          <p:nvPr/>
        </p:nvSpPr>
        <p:spPr>
          <a:xfrm>
            <a:off x="2890838" y="3409950"/>
            <a:ext cx="361950" cy="176213"/>
          </a:xfrm>
          <a:prstGeom prst="rect">
            <a:avLst/>
          </a:prstGeom>
          <a:noFill/>
          <a:ln/>
        </p:spPr>
        <p:txBody>
          <a:bodyPr wrap="square" lIns="0" tIns="0" rIns="0" bIns="0" rtlCol="0" anchor="t"/>
          <a:lstStyle/>
          <a:p>
            <a:pPr algn="l" indent="0" marL="0">
              <a:lnSpc>
                <a:spcPts val="1310"/>
              </a:lnSpc>
              <a:buNone/>
            </a:pPr>
            <a:r>
              <a:rPr lang="en-US" sz="959" dirty="0">
                <a:solidFill>
                  <a:srgbClr val="FFFFFF">
                    <a:alpha val="99000"/>
                  </a:srgbClr>
                </a:solidFill>
                <a:latin typeface="Manrope" pitchFamily="34" charset="0"/>
                <a:ea typeface="Manrope" pitchFamily="34" charset="-122"/>
                <a:cs typeface="Manrope" pitchFamily="34" charset="-120"/>
              </a:rPr>
              <a:t>60%</a:t>
            </a:r>
            <a:endParaRPr lang="en-US" sz="959" dirty="0"/>
          </a:p>
        </p:txBody>
      </p:sp>
      <p:sp>
        <p:nvSpPr>
          <p:cNvPr id="25" name="Shape 15"/>
          <p:cNvSpPr/>
          <p:nvPr/>
        </p:nvSpPr>
        <p:spPr>
          <a:xfrm>
            <a:off x="2814638" y="3729038"/>
            <a:ext cx="1757363" cy="628650"/>
          </a:xfrm>
          <a:prstGeom prst="roundRect">
            <a:avLst/>
          </a:prstGeom>
          <a:solidFill>
            <a:srgbClr val="CDDDFC"/>
          </a:solidFill>
          <a:ln/>
        </p:spPr>
      </p:sp>
      <p:sp>
        <p:nvSpPr>
          <p:cNvPr id="26" name="Text 16"/>
          <p:cNvSpPr/>
          <p:nvPr/>
        </p:nvSpPr>
        <p:spPr>
          <a:xfrm>
            <a:off x="3900488" y="4062412"/>
            <a:ext cx="628650" cy="176213"/>
          </a:xfrm>
          <a:prstGeom prst="rect">
            <a:avLst/>
          </a:prstGeom>
          <a:noFill/>
          <a:ln/>
        </p:spPr>
        <p:txBody>
          <a:bodyPr wrap="square" lIns="0" tIns="0" rIns="0" bIns="0" rtlCol="0" anchor="t"/>
          <a:lstStyle/>
          <a:p>
            <a:pPr algn="l" indent="0" marL="0">
              <a:lnSpc>
                <a:spcPts val="1310"/>
              </a:lnSpc>
              <a:buNone/>
            </a:pPr>
            <a:r>
              <a:rPr lang="en-US" sz="959" dirty="0">
                <a:solidFill>
                  <a:srgbClr val="FFFFFF">
                    <a:alpha val="99000"/>
                  </a:srgbClr>
                </a:solidFill>
                <a:latin typeface="Manrope" pitchFamily="34" charset="0"/>
                <a:ea typeface="Manrope" pitchFamily="34" charset="-122"/>
                <a:cs typeface="Manrope" pitchFamily="34" charset="-120"/>
              </a:rPr>
              <a:t>#CDDDFC</a:t>
            </a:r>
            <a:endParaRPr lang="en-US" sz="959" dirty="0"/>
          </a:p>
        </p:txBody>
      </p:sp>
      <p:sp>
        <p:nvSpPr>
          <p:cNvPr id="27" name="Text 17"/>
          <p:cNvSpPr/>
          <p:nvPr/>
        </p:nvSpPr>
        <p:spPr>
          <a:xfrm>
            <a:off x="2890838" y="4062412"/>
            <a:ext cx="361950" cy="176213"/>
          </a:xfrm>
          <a:prstGeom prst="rect">
            <a:avLst/>
          </a:prstGeom>
          <a:noFill/>
          <a:ln/>
        </p:spPr>
        <p:txBody>
          <a:bodyPr wrap="square" lIns="0" tIns="0" rIns="0" bIns="0" rtlCol="0" anchor="t"/>
          <a:lstStyle/>
          <a:p>
            <a:pPr algn="l" indent="0" marL="0">
              <a:lnSpc>
                <a:spcPts val="1310"/>
              </a:lnSpc>
              <a:buNone/>
            </a:pPr>
            <a:r>
              <a:rPr lang="en-US" sz="959" dirty="0">
                <a:solidFill>
                  <a:srgbClr val="FFFFFF">
                    <a:alpha val="99000"/>
                  </a:srgbClr>
                </a:solidFill>
                <a:latin typeface="Manrope" pitchFamily="34" charset="0"/>
                <a:ea typeface="Manrope" pitchFamily="34" charset="-122"/>
                <a:cs typeface="Manrope" pitchFamily="34" charset="-120"/>
              </a:rPr>
              <a:t>20%</a:t>
            </a:r>
            <a:endParaRPr lang="en-US" sz="959" dirty="0"/>
          </a:p>
        </p:txBody>
      </p:sp>
      <p:sp>
        <p:nvSpPr>
          <p:cNvPr id="28" name="Text 18"/>
          <p:cNvSpPr/>
          <p:nvPr/>
        </p:nvSpPr>
        <p:spPr>
          <a:xfrm>
            <a:off x="2890838" y="1809750"/>
            <a:ext cx="361950" cy="176213"/>
          </a:xfrm>
          <a:prstGeom prst="rect">
            <a:avLst/>
          </a:prstGeom>
          <a:noFill/>
          <a:ln/>
        </p:spPr>
        <p:txBody>
          <a:bodyPr wrap="square" lIns="0" tIns="0" rIns="0" bIns="0" rtlCol="0" anchor="t"/>
          <a:lstStyle/>
          <a:p>
            <a:pPr algn="l" indent="0" marL="0">
              <a:lnSpc>
                <a:spcPts val="1310"/>
              </a:lnSpc>
              <a:buNone/>
            </a:pPr>
            <a:r>
              <a:rPr lang="en-US" sz="959" dirty="0">
                <a:solidFill>
                  <a:srgbClr val="FFFFFF">
                    <a:alpha val="99000"/>
                  </a:srgbClr>
                </a:solidFill>
                <a:latin typeface="Manrope" pitchFamily="34" charset="0"/>
                <a:ea typeface="Manrope" pitchFamily="34" charset="-122"/>
                <a:cs typeface="Manrope" pitchFamily="34" charset="-120"/>
              </a:rPr>
              <a:t>100%</a:t>
            </a:r>
            <a:endParaRPr lang="en-US" sz="959" dirty="0"/>
          </a:p>
        </p:txBody>
      </p:sp>
      <p:sp>
        <p:nvSpPr>
          <p:cNvPr id="29" name="Shape 19"/>
          <p:cNvSpPr/>
          <p:nvPr/>
        </p:nvSpPr>
        <p:spPr>
          <a:xfrm>
            <a:off x="4819650" y="1462088"/>
            <a:ext cx="1757363" cy="628650"/>
          </a:xfrm>
          <a:prstGeom prst="roundRect">
            <a:avLst/>
          </a:prstGeom>
          <a:solidFill>
            <a:srgbClr val="212933"/>
          </a:solidFill>
          <a:ln/>
        </p:spPr>
      </p:sp>
      <p:sp>
        <p:nvSpPr>
          <p:cNvPr id="30" name="Text 20"/>
          <p:cNvSpPr/>
          <p:nvPr/>
        </p:nvSpPr>
        <p:spPr>
          <a:xfrm>
            <a:off x="5853113" y="1809750"/>
            <a:ext cx="576263" cy="176213"/>
          </a:xfrm>
          <a:prstGeom prst="rect">
            <a:avLst/>
          </a:prstGeom>
          <a:noFill/>
          <a:ln/>
        </p:spPr>
        <p:txBody>
          <a:bodyPr wrap="square" lIns="0" tIns="0" rIns="0" bIns="0" rtlCol="0" anchor="t"/>
          <a:lstStyle/>
          <a:p>
            <a:pPr algn="l" indent="0" marL="0">
              <a:lnSpc>
                <a:spcPts val="1310"/>
              </a:lnSpc>
              <a:buNone/>
            </a:pPr>
            <a:r>
              <a:rPr lang="en-US" sz="959" dirty="0">
                <a:solidFill>
                  <a:srgbClr val="FFFFFF">
                    <a:alpha val="99000"/>
                  </a:srgbClr>
                </a:solidFill>
                <a:latin typeface="Manrope" pitchFamily="34" charset="0"/>
                <a:ea typeface="Manrope" pitchFamily="34" charset="-122"/>
                <a:cs typeface="Manrope" pitchFamily="34" charset="-120"/>
              </a:rPr>
              <a:t>#0156FC</a:t>
            </a:r>
            <a:endParaRPr lang="en-US" sz="959" dirty="0"/>
          </a:p>
        </p:txBody>
      </p:sp>
      <p:sp>
        <p:nvSpPr>
          <p:cNvPr id="31" name="Text 21"/>
          <p:cNvSpPr/>
          <p:nvPr/>
        </p:nvSpPr>
        <p:spPr>
          <a:xfrm>
            <a:off x="5000625" y="1809750"/>
            <a:ext cx="361950" cy="176213"/>
          </a:xfrm>
          <a:prstGeom prst="rect">
            <a:avLst/>
          </a:prstGeom>
          <a:noFill/>
          <a:ln/>
        </p:spPr>
        <p:txBody>
          <a:bodyPr wrap="square" lIns="0" tIns="0" rIns="0" bIns="0" rtlCol="0" anchor="t"/>
          <a:lstStyle/>
          <a:p>
            <a:pPr algn="l" indent="0" marL="0">
              <a:lnSpc>
                <a:spcPts val="1310"/>
              </a:lnSpc>
              <a:buNone/>
            </a:pPr>
            <a:r>
              <a:rPr lang="en-US" sz="959" dirty="0">
                <a:solidFill>
                  <a:srgbClr val="FFFFFF">
                    <a:alpha val="99000"/>
                  </a:srgbClr>
                </a:solidFill>
                <a:latin typeface="Manrope" pitchFamily="34" charset="0"/>
                <a:ea typeface="Manrope" pitchFamily="34" charset="-122"/>
                <a:cs typeface="Manrope" pitchFamily="34" charset="-120"/>
              </a:rPr>
              <a:t>100%</a:t>
            </a:r>
            <a:endParaRPr lang="en-US" sz="959" dirty="0"/>
          </a:p>
        </p:txBody>
      </p:sp>
      <p:sp>
        <p:nvSpPr>
          <p:cNvPr id="32" name="Shape 22"/>
          <p:cNvSpPr/>
          <p:nvPr/>
        </p:nvSpPr>
        <p:spPr>
          <a:xfrm>
            <a:off x="4819650" y="2190750"/>
            <a:ext cx="1757363" cy="628650"/>
          </a:xfrm>
          <a:prstGeom prst="roundRect">
            <a:avLst/>
          </a:prstGeom>
          <a:solidFill>
            <a:srgbClr val="5B6166"/>
          </a:solidFill>
          <a:ln/>
        </p:spPr>
      </p:sp>
      <p:sp>
        <p:nvSpPr>
          <p:cNvPr id="33" name="Text 23"/>
          <p:cNvSpPr/>
          <p:nvPr/>
        </p:nvSpPr>
        <p:spPr>
          <a:xfrm>
            <a:off x="5853113" y="2571750"/>
            <a:ext cx="576263" cy="176213"/>
          </a:xfrm>
          <a:prstGeom prst="rect">
            <a:avLst/>
          </a:prstGeom>
          <a:noFill/>
          <a:ln/>
        </p:spPr>
        <p:txBody>
          <a:bodyPr wrap="square" lIns="0" tIns="0" rIns="0" bIns="0" rtlCol="0" anchor="t"/>
          <a:lstStyle/>
          <a:p>
            <a:pPr algn="l" indent="0" marL="0">
              <a:lnSpc>
                <a:spcPts val="1310"/>
              </a:lnSpc>
              <a:buNone/>
            </a:pPr>
            <a:r>
              <a:rPr lang="en-US" sz="959" dirty="0">
                <a:solidFill>
                  <a:srgbClr val="FFFFFF">
                    <a:alpha val="99000"/>
                  </a:srgbClr>
                </a:solidFill>
                <a:latin typeface="Manrope" pitchFamily="34" charset="0"/>
                <a:ea typeface="Manrope" pitchFamily="34" charset="-122"/>
                <a:cs typeface="Manrope" pitchFamily="34" charset="-120"/>
              </a:rPr>
              <a:t>#3478FC</a:t>
            </a:r>
            <a:endParaRPr lang="en-US" sz="959" dirty="0"/>
          </a:p>
        </p:txBody>
      </p:sp>
      <p:sp>
        <p:nvSpPr>
          <p:cNvPr id="34" name="Text 24"/>
          <p:cNvSpPr/>
          <p:nvPr/>
        </p:nvSpPr>
        <p:spPr>
          <a:xfrm>
            <a:off x="5000625" y="2571750"/>
            <a:ext cx="361950" cy="176213"/>
          </a:xfrm>
          <a:prstGeom prst="rect">
            <a:avLst/>
          </a:prstGeom>
          <a:noFill/>
          <a:ln/>
        </p:spPr>
        <p:txBody>
          <a:bodyPr wrap="square" lIns="0" tIns="0" rIns="0" bIns="0" rtlCol="0" anchor="t"/>
          <a:lstStyle/>
          <a:p>
            <a:pPr algn="l" indent="0" marL="0">
              <a:lnSpc>
                <a:spcPts val="1310"/>
              </a:lnSpc>
              <a:buNone/>
            </a:pPr>
            <a:r>
              <a:rPr lang="en-US" sz="959" dirty="0">
                <a:solidFill>
                  <a:srgbClr val="FFFFFF">
                    <a:alpha val="99000"/>
                  </a:srgbClr>
                </a:solidFill>
                <a:latin typeface="Manrope" pitchFamily="34" charset="0"/>
                <a:ea typeface="Manrope" pitchFamily="34" charset="-122"/>
                <a:cs typeface="Manrope" pitchFamily="34" charset="-120"/>
              </a:rPr>
              <a:t>80%</a:t>
            </a:r>
            <a:endParaRPr lang="en-US" sz="959" dirty="0"/>
          </a:p>
        </p:txBody>
      </p:sp>
      <p:sp>
        <p:nvSpPr>
          <p:cNvPr id="35" name="Shape 25"/>
          <p:cNvSpPr/>
          <p:nvPr/>
        </p:nvSpPr>
        <p:spPr>
          <a:xfrm>
            <a:off x="4819650" y="2957513"/>
            <a:ext cx="1757363" cy="628650"/>
          </a:xfrm>
          <a:prstGeom prst="roundRect">
            <a:avLst/>
          </a:prstGeom>
          <a:solidFill>
            <a:srgbClr val="96999C"/>
          </a:solidFill>
          <a:ln/>
        </p:spPr>
      </p:sp>
      <p:sp>
        <p:nvSpPr>
          <p:cNvPr id="36" name="Text 26"/>
          <p:cNvSpPr/>
          <p:nvPr/>
        </p:nvSpPr>
        <p:spPr>
          <a:xfrm>
            <a:off x="5853113" y="3348038"/>
            <a:ext cx="595313" cy="176213"/>
          </a:xfrm>
          <a:prstGeom prst="rect">
            <a:avLst/>
          </a:prstGeom>
          <a:noFill/>
          <a:ln/>
        </p:spPr>
        <p:txBody>
          <a:bodyPr wrap="square" lIns="0" tIns="0" rIns="0" bIns="0" rtlCol="0" anchor="t"/>
          <a:lstStyle/>
          <a:p>
            <a:pPr algn="l" indent="0" marL="0">
              <a:lnSpc>
                <a:spcPts val="1310"/>
              </a:lnSpc>
              <a:buNone/>
            </a:pPr>
            <a:r>
              <a:rPr lang="en-US" sz="959" dirty="0">
                <a:solidFill>
                  <a:srgbClr val="FFFFFF">
                    <a:alpha val="99000"/>
                  </a:srgbClr>
                </a:solidFill>
                <a:latin typeface="Manrope" pitchFamily="34" charset="0"/>
                <a:ea typeface="Manrope" pitchFamily="34" charset="-122"/>
                <a:cs typeface="Manrope" pitchFamily="34" charset="-120"/>
              </a:rPr>
              <a:t>#6690FC</a:t>
            </a:r>
            <a:endParaRPr lang="en-US" sz="959" dirty="0"/>
          </a:p>
        </p:txBody>
      </p:sp>
      <p:sp>
        <p:nvSpPr>
          <p:cNvPr id="37" name="Text 27"/>
          <p:cNvSpPr/>
          <p:nvPr/>
        </p:nvSpPr>
        <p:spPr>
          <a:xfrm>
            <a:off x="5000625" y="3343275"/>
            <a:ext cx="361950" cy="176213"/>
          </a:xfrm>
          <a:prstGeom prst="rect">
            <a:avLst/>
          </a:prstGeom>
          <a:noFill/>
          <a:ln/>
        </p:spPr>
        <p:txBody>
          <a:bodyPr wrap="square" lIns="0" tIns="0" rIns="0" bIns="0" rtlCol="0" anchor="t"/>
          <a:lstStyle/>
          <a:p>
            <a:pPr algn="l" indent="0" marL="0">
              <a:lnSpc>
                <a:spcPts val="1310"/>
              </a:lnSpc>
              <a:buNone/>
            </a:pPr>
            <a:r>
              <a:rPr lang="en-US" sz="959" dirty="0">
                <a:solidFill>
                  <a:srgbClr val="FFFFFF">
                    <a:alpha val="99000"/>
                  </a:srgbClr>
                </a:solidFill>
                <a:latin typeface="Manrope" pitchFamily="34" charset="0"/>
                <a:ea typeface="Manrope" pitchFamily="34" charset="-122"/>
                <a:cs typeface="Manrope" pitchFamily="34" charset="-120"/>
              </a:rPr>
              <a:t>60%</a:t>
            </a:r>
            <a:endParaRPr lang="en-US" sz="959" dirty="0"/>
          </a:p>
        </p:txBody>
      </p:sp>
      <p:sp>
        <p:nvSpPr>
          <p:cNvPr id="38" name="Shape 28"/>
          <p:cNvSpPr/>
          <p:nvPr/>
        </p:nvSpPr>
        <p:spPr>
          <a:xfrm>
            <a:off x="4819650" y="3729038"/>
            <a:ext cx="1757363" cy="628650"/>
          </a:xfrm>
          <a:prstGeom prst="roundRect">
            <a:avLst/>
          </a:prstGeom>
          <a:solidFill>
            <a:srgbClr val="D0D2D4"/>
          </a:solidFill>
          <a:ln/>
        </p:spPr>
      </p:sp>
      <p:sp>
        <p:nvSpPr>
          <p:cNvPr id="39" name="Text 29"/>
          <p:cNvSpPr/>
          <p:nvPr/>
        </p:nvSpPr>
        <p:spPr>
          <a:xfrm>
            <a:off x="5853113" y="4110038"/>
            <a:ext cx="628650" cy="176213"/>
          </a:xfrm>
          <a:prstGeom prst="rect">
            <a:avLst/>
          </a:prstGeom>
          <a:noFill/>
          <a:ln/>
        </p:spPr>
        <p:txBody>
          <a:bodyPr wrap="square" lIns="0" tIns="0" rIns="0" bIns="0" rtlCol="0" anchor="t"/>
          <a:lstStyle/>
          <a:p>
            <a:pPr algn="l" indent="0" marL="0">
              <a:lnSpc>
                <a:spcPts val="1310"/>
              </a:lnSpc>
              <a:buNone/>
            </a:pPr>
            <a:r>
              <a:rPr lang="en-US" sz="959" dirty="0">
                <a:solidFill>
                  <a:srgbClr val="000000">
                    <a:alpha val="99000"/>
                  </a:srgbClr>
                </a:solidFill>
                <a:latin typeface="Manrope" pitchFamily="34" charset="0"/>
                <a:ea typeface="Manrope" pitchFamily="34" charset="-122"/>
                <a:cs typeface="Manrope" pitchFamily="34" charset="-120"/>
              </a:rPr>
              <a:t>#CDDDFC</a:t>
            </a:r>
            <a:endParaRPr lang="en-US" sz="959" dirty="0"/>
          </a:p>
        </p:txBody>
      </p:sp>
      <p:sp>
        <p:nvSpPr>
          <p:cNvPr id="40" name="Text 30"/>
          <p:cNvSpPr/>
          <p:nvPr/>
        </p:nvSpPr>
        <p:spPr>
          <a:xfrm>
            <a:off x="5000625" y="4110038"/>
            <a:ext cx="361950" cy="176213"/>
          </a:xfrm>
          <a:prstGeom prst="rect">
            <a:avLst/>
          </a:prstGeom>
          <a:noFill/>
          <a:ln/>
        </p:spPr>
        <p:txBody>
          <a:bodyPr wrap="square" lIns="0" tIns="0" rIns="0" bIns="0" rtlCol="0" anchor="t"/>
          <a:lstStyle/>
          <a:p>
            <a:pPr algn="l" indent="0" marL="0">
              <a:lnSpc>
                <a:spcPts val="1310"/>
              </a:lnSpc>
              <a:buNone/>
            </a:pPr>
            <a:r>
              <a:rPr lang="en-US" sz="959" dirty="0">
                <a:solidFill>
                  <a:srgbClr val="000000">
                    <a:alpha val="99000"/>
                  </a:srgbClr>
                </a:solidFill>
                <a:latin typeface="Manrope" pitchFamily="34" charset="0"/>
                <a:ea typeface="Manrope" pitchFamily="34" charset="-122"/>
                <a:cs typeface="Manrope" pitchFamily="34" charset="-120"/>
              </a:rPr>
              <a:t>20%</a:t>
            </a:r>
            <a:endParaRPr lang="en-US" sz="959" dirty="0"/>
          </a:p>
        </p:txBody>
      </p:sp>
      <p:sp>
        <p:nvSpPr>
          <p:cNvPr id="41" name="Shape 31"/>
          <p:cNvSpPr/>
          <p:nvPr/>
        </p:nvSpPr>
        <p:spPr>
          <a:xfrm>
            <a:off x="6824663" y="1462088"/>
            <a:ext cx="1757363" cy="628650"/>
          </a:xfrm>
          <a:prstGeom prst="roundRect">
            <a:avLst/>
          </a:prstGeom>
          <a:solidFill>
            <a:srgbClr val="EBEBEB"/>
          </a:solidFill>
          <a:ln w="18097">
            <a:solidFill>
              <a:srgbClr val="000000"/>
            </a:solidFill>
            <a:prstDash val="solid"/>
          </a:ln>
        </p:spPr>
      </p:sp>
      <p:sp>
        <p:nvSpPr>
          <p:cNvPr id="42" name="Text 32"/>
          <p:cNvSpPr/>
          <p:nvPr/>
        </p:nvSpPr>
        <p:spPr>
          <a:xfrm>
            <a:off x="7929563" y="1809750"/>
            <a:ext cx="576263" cy="176213"/>
          </a:xfrm>
          <a:prstGeom prst="rect">
            <a:avLst/>
          </a:prstGeom>
          <a:noFill/>
          <a:ln/>
        </p:spPr>
        <p:txBody>
          <a:bodyPr wrap="square" lIns="0" tIns="0" rIns="0" bIns="0" rtlCol="0" anchor="t"/>
          <a:lstStyle/>
          <a:p>
            <a:pPr algn="l" indent="0" marL="0">
              <a:lnSpc>
                <a:spcPts val="1310"/>
              </a:lnSpc>
              <a:buNone/>
            </a:pPr>
            <a:r>
              <a:rPr lang="en-US" sz="959" dirty="0">
                <a:solidFill>
                  <a:srgbClr val="000000">
                    <a:alpha val="99000"/>
                  </a:srgbClr>
                </a:solidFill>
                <a:latin typeface="Manrope" pitchFamily="34" charset="0"/>
                <a:ea typeface="Manrope" pitchFamily="34" charset="-122"/>
                <a:cs typeface="Manrope" pitchFamily="34" charset="-120"/>
              </a:rPr>
              <a:t>#EBEBEB</a:t>
            </a:r>
            <a:endParaRPr lang="en-US" sz="959" dirty="0"/>
          </a:p>
        </p:txBody>
      </p:sp>
      <p:sp>
        <p:nvSpPr>
          <p:cNvPr id="43" name="Text 33"/>
          <p:cNvSpPr/>
          <p:nvPr/>
        </p:nvSpPr>
        <p:spPr>
          <a:xfrm>
            <a:off x="6891338" y="1809750"/>
            <a:ext cx="361950" cy="176213"/>
          </a:xfrm>
          <a:prstGeom prst="rect">
            <a:avLst/>
          </a:prstGeom>
          <a:noFill/>
          <a:ln/>
        </p:spPr>
        <p:txBody>
          <a:bodyPr wrap="square" lIns="0" tIns="0" rIns="0" bIns="0" rtlCol="0" anchor="t"/>
          <a:lstStyle/>
          <a:p>
            <a:pPr algn="l" indent="0" marL="0">
              <a:lnSpc>
                <a:spcPts val="1310"/>
              </a:lnSpc>
              <a:buNone/>
            </a:pPr>
            <a:r>
              <a:rPr lang="en-US" sz="959" dirty="0">
                <a:solidFill>
                  <a:srgbClr val="000000">
                    <a:alpha val="99000"/>
                  </a:srgbClr>
                </a:solidFill>
                <a:latin typeface="Manrope" pitchFamily="34" charset="0"/>
                <a:ea typeface="Manrope" pitchFamily="34" charset="-122"/>
                <a:cs typeface="Manrope" pitchFamily="34" charset="-120"/>
              </a:rPr>
              <a:t>100%</a:t>
            </a:r>
            <a:endParaRPr lang="en-US" sz="959" dirty="0"/>
          </a:p>
        </p:txBody>
      </p:sp>
      <p:sp>
        <p:nvSpPr>
          <p:cNvPr id="44" name="Shape 34"/>
          <p:cNvSpPr/>
          <p:nvPr/>
        </p:nvSpPr>
        <p:spPr>
          <a:xfrm>
            <a:off x="6824663" y="2190750"/>
            <a:ext cx="1757363" cy="628650"/>
          </a:xfrm>
          <a:prstGeom prst="roundRect">
            <a:avLst/>
          </a:prstGeom>
          <a:solidFill>
            <a:srgbClr val="F2F2F2"/>
          </a:solidFill>
          <a:ln w="18097">
            <a:solidFill>
              <a:srgbClr val="000000"/>
            </a:solidFill>
            <a:prstDash val="solid"/>
          </a:ln>
        </p:spPr>
      </p:sp>
      <p:sp>
        <p:nvSpPr>
          <p:cNvPr id="45" name="Text 35"/>
          <p:cNvSpPr/>
          <p:nvPr/>
        </p:nvSpPr>
        <p:spPr>
          <a:xfrm>
            <a:off x="6891338" y="2571750"/>
            <a:ext cx="361950" cy="176213"/>
          </a:xfrm>
          <a:prstGeom prst="rect">
            <a:avLst/>
          </a:prstGeom>
          <a:noFill/>
          <a:ln/>
        </p:spPr>
        <p:txBody>
          <a:bodyPr wrap="square" lIns="0" tIns="0" rIns="0" bIns="0" rtlCol="0" anchor="t"/>
          <a:lstStyle/>
          <a:p>
            <a:pPr algn="l" indent="0" marL="0">
              <a:lnSpc>
                <a:spcPts val="1310"/>
              </a:lnSpc>
              <a:buNone/>
            </a:pPr>
            <a:r>
              <a:rPr lang="en-US" sz="959" dirty="0">
                <a:solidFill>
                  <a:srgbClr val="000000">
                    <a:alpha val="99000"/>
                  </a:srgbClr>
                </a:solidFill>
                <a:latin typeface="Manrope" pitchFamily="34" charset="0"/>
                <a:ea typeface="Manrope" pitchFamily="34" charset="-122"/>
                <a:cs typeface="Manrope" pitchFamily="34" charset="-120"/>
              </a:rPr>
              <a:t>100%</a:t>
            </a:r>
            <a:endParaRPr lang="en-US" sz="959" dirty="0"/>
          </a:p>
        </p:txBody>
      </p:sp>
      <p:sp>
        <p:nvSpPr>
          <p:cNvPr id="46" name="Shape 36"/>
          <p:cNvSpPr/>
          <p:nvPr/>
        </p:nvSpPr>
        <p:spPr>
          <a:xfrm>
            <a:off x="6824663" y="2976563"/>
            <a:ext cx="1757363" cy="628650"/>
          </a:xfrm>
          <a:prstGeom prst="roundRect">
            <a:avLst/>
          </a:prstGeom>
          <a:solidFill>
            <a:srgbClr val="F5F5F5"/>
          </a:solidFill>
          <a:ln w="18097">
            <a:solidFill>
              <a:srgbClr val="000000"/>
            </a:solidFill>
            <a:prstDash val="solid"/>
          </a:ln>
        </p:spPr>
      </p:sp>
      <p:sp>
        <p:nvSpPr>
          <p:cNvPr id="47" name="Text 37"/>
          <p:cNvSpPr/>
          <p:nvPr/>
        </p:nvSpPr>
        <p:spPr>
          <a:xfrm>
            <a:off x="6891338" y="3390900"/>
            <a:ext cx="361950" cy="176213"/>
          </a:xfrm>
          <a:prstGeom prst="rect">
            <a:avLst/>
          </a:prstGeom>
          <a:noFill/>
          <a:ln/>
        </p:spPr>
        <p:txBody>
          <a:bodyPr wrap="square" lIns="0" tIns="0" rIns="0" bIns="0" rtlCol="0" anchor="t"/>
          <a:lstStyle/>
          <a:p>
            <a:pPr algn="l" indent="0" marL="0">
              <a:lnSpc>
                <a:spcPts val="1310"/>
              </a:lnSpc>
              <a:buNone/>
            </a:pPr>
            <a:r>
              <a:rPr lang="en-US" sz="959" dirty="0">
                <a:solidFill>
                  <a:srgbClr val="000000">
                    <a:alpha val="99000"/>
                  </a:srgbClr>
                </a:solidFill>
                <a:latin typeface="Manrope" pitchFamily="34" charset="0"/>
                <a:ea typeface="Manrope" pitchFamily="34" charset="-122"/>
                <a:cs typeface="Manrope" pitchFamily="34" charset="-120"/>
              </a:rPr>
              <a:t>100%</a:t>
            </a:r>
            <a:endParaRPr lang="en-US" sz="959" dirty="0"/>
          </a:p>
        </p:txBody>
      </p:sp>
      <p:sp>
        <p:nvSpPr>
          <p:cNvPr id="48" name="Text 38"/>
          <p:cNvSpPr/>
          <p:nvPr/>
        </p:nvSpPr>
        <p:spPr>
          <a:xfrm>
            <a:off x="7905750" y="3328988"/>
            <a:ext cx="576263" cy="176213"/>
          </a:xfrm>
          <a:prstGeom prst="rect">
            <a:avLst/>
          </a:prstGeom>
          <a:noFill/>
          <a:ln/>
        </p:spPr>
        <p:txBody>
          <a:bodyPr wrap="square" lIns="0" tIns="0" rIns="0" bIns="0" rtlCol="0" anchor="t"/>
          <a:lstStyle/>
          <a:p>
            <a:pPr algn="l" indent="0" marL="0">
              <a:lnSpc>
                <a:spcPts val="1310"/>
              </a:lnSpc>
              <a:buNone/>
            </a:pPr>
            <a:r>
              <a:rPr lang="en-US" sz="959" dirty="0">
                <a:solidFill>
                  <a:srgbClr val="000000">
                    <a:alpha val="99000"/>
                  </a:srgbClr>
                </a:solidFill>
                <a:latin typeface="Manrope" pitchFamily="34" charset="0"/>
                <a:ea typeface="Manrope" pitchFamily="34" charset="-122"/>
                <a:cs typeface="Manrope" pitchFamily="34" charset="-120"/>
              </a:rPr>
              <a:t>#F5F5F5</a:t>
            </a:r>
            <a:endParaRPr lang="en-US" sz="959" dirty="0"/>
          </a:p>
        </p:txBody>
      </p:sp>
      <p:sp>
        <p:nvSpPr>
          <p:cNvPr id="49" name="Shape 39"/>
          <p:cNvSpPr/>
          <p:nvPr/>
        </p:nvSpPr>
        <p:spPr>
          <a:xfrm>
            <a:off x="6824663" y="3729038"/>
            <a:ext cx="1757363" cy="628650"/>
          </a:xfrm>
          <a:prstGeom prst="roundRect">
            <a:avLst/>
          </a:prstGeom>
          <a:solidFill>
            <a:srgbClr val="FCFCFC"/>
          </a:solidFill>
          <a:ln w="18097">
            <a:solidFill>
              <a:srgbClr val="000000"/>
            </a:solidFill>
            <a:prstDash val="solid"/>
          </a:ln>
        </p:spPr>
      </p:sp>
      <p:sp>
        <p:nvSpPr>
          <p:cNvPr id="50" name="Text 40"/>
          <p:cNvSpPr/>
          <p:nvPr/>
        </p:nvSpPr>
        <p:spPr>
          <a:xfrm>
            <a:off x="6891338" y="4062412"/>
            <a:ext cx="361950" cy="176213"/>
          </a:xfrm>
          <a:prstGeom prst="rect">
            <a:avLst/>
          </a:prstGeom>
          <a:noFill/>
          <a:ln/>
        </p:spPr>
        <p:txBody>
          <a:bodyPr wrap="square" lIns="0" tIns="0" rIns="0" bIns="0" rtlCol="0" anchor="t"/>
          <a:lstStyle/>
          <a:p>
            <a:pPr algn="l" indent="0" marL="0">
              <a:lnSpc>
                <a:spcPts val="1310"/>
              </a:lnSpc>
              <a:buNone/>
            </a:pPr>
            <a:r>
              <a:rPr lang="en-US" sz="959" dirty="0">
                <a:solidFill>
                  <a:srgbClr val="000000">
                    <a:alpha val="99000"/>
                  </a:srgbClr>
                </a:solidFill>
                <a:latin typeface="Manrope" pitchFamily="34" charset="0"/>
                <a:ea typeface="Manrope" pitchFamily="34" charset="-122"/>
                <a:cs typeface="Manrope" pitchFamily="34" charset="-120"/>
              </a:rPr>
              <a:t>100%</a:t>
            </a:r>
            <a:endParaRPr lang="en-US" sz="959" dirty="0"/>
          </a:p>
        </p:txBody>
      </p:sp>
      <p:sp>
        <p:nvSpPr>
          <p:cNvPr id="51" name="Text 41"/>
          <p:cNvSpPr/>
          <p:nvPr/>
        </p:nvSpPr>
        <p:spPr>
          <a:xfrm>
            <a:off x="7905750" y="4062412"/>
            <a:ext cx="600075" cy="176213"/>
          </a:xfrm>
          <a:prstGeom prst="rect">
            <a:avLst/>
          </a:prstGeom>
          <a:noFill/>
          <a:ln/>
        </p:spPr>
        <p:txBody>
          <a:bodyPr wrap="square" lIns="0" tIns="0" rIns="0" bIns="0" rtlCol="0" anchor="t"/>
          <a:lstStyle/>
          <a:p>
            <a:pPr algn="l" indent="0" marL="0">
              <a:lnSpc>
                <a:spcPts val="1310"/>
              </a:lnSpc>
              <a:buNone/>
            </a:pPr>
            <a:r>
              <a:rPr lang="en-US" sz="959" dirty="0">
                <a:solidFill>
                  <a:srgbClr val="000000">
                    <a:alpha val="99000"/>
                  </a:srgbClr>
                </a:solidFill>
                <a:latin typeface="Manrope" pitchFamily="34" charset="0"/>
                <a:ea typeface="Manrope" pitchFamily="34" charset="-122"/>
                <a:cs typeface="Manrope" pitchFamily="34" charset="-120"/>
              </a:rPr>
              <a:t>#FCFCFC</a:t>
            </a:r>
            <a:endParaRPr lang="en-US" sz="959" dirty="0"/>
          </a:p>
        </p:txBody>
      </p:sp>
      <p:sp>
        <p:nvSpPr>
          <p:cNvPr id="52" name="Text 42"/>
          <p:cNvSpPr/>
          <p:nvPr/>
        </p:nvSpPr>
        <p:spPr>
          <a:xfrm>
            <a:off x="7929563" y="2571750"/>
            <a:ext cx="576263" cy="176213"/>
          </a:xfrm>
          <a:prstGeom prst="rect">
            <a:avLst/>
          </a:prstGeom>
          <a:noFill/>
          <a:ln/>
        </p:spPr>
        <p:txBody>
          <a:bodyPr wrap="square" lIns="0" tIns="0" rIns="0" bIns="0" rtlCol="0" anchor="t"/>
          <a:lstStyle/>
          <a:p>
            <a:pPr algn="l" indent="0" marL="0">
              <a:lnSpc>
                <a:spcPts val="1310"/>
              </a:lnSpc>
              <a:buNone/>
            </a:pPr>
            <a:r>
              <a:rPr lang="en-US" sz="959" dirty="0">
                <a:solidFill>
                  <a:srgbClr val="000000">
                    <a:alpha val="99000"/>
                  </a:srgbClr>
                </a:solidFill>
                <a:latin typeface="Manrope" pitchFamily="34" charset="0"/>
                <a:ea typeface="Manrope" pitchFamily="34" charset="-122"/>
                <a:cs typeface="Manrope" pitchFamily="34" charset="-120"/>
              </a:rPr>
              <a:t>#F2F2F2</a:t>
            </a:r>
            <a:endParaRPr lang="en-US" sz="959"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182" t="0" b="0"/>
          <a:stretch/>
        </p:blipFill>
        <p:spPr>
          <a:xfrm>
            <a:off x="-16669" y="0"/>
            <a:ext cx="9144000" cy="5143500"/>
          </a:xfrm>
          <a:prstGeom prst="rect">
            <a:avLst/>
          </a:prstGeom>
        </p:spPr>
      </p:pic>
      <p:sp>
        <p:nvSpPr>
          <p:cNvPr id="3" name="Text 0"/>
          <p:cNvSpPr/>
          <p:nvPr/>
        </p:nvSpPr>
        <p:spPr>
          <a:xfrm>
            <a:off x="261937" y="3619500"/>
            <a:ext cx="4700588" cy="233362"/>
          </a:xfrm>
          <a:prstGeom prst="rect">
            <a:avLst/>
          </a:prstGeom>
          <a:noFill/>
          <a:ln/>
        </p:spPr>
        <p:txBody>
          <a:bodyPr wrap="square" lIns="0" tIns="0" rIns="0" bIns="0" rtlCol="0" anchor="t"/>
          <a:lstStyle/>
          <a:p>
            <a:pPr algn="l" indent="0" marL="0">
              <a:lnSpc>
                <a:spcPts val="1766"/>
              </a:lnSpc>
              <a:buNone/>
            </a:pPr>
            <a:r>
              <a:rPr lang="en-US" sz="1293" dirty="0">
                <a:solidFill>
                  <a:srgbClr val="C6CDD3">
                    <a:alpha val="99000"/>
                  </a:srgbClr>
                </a:solidFill>
                <a:latin typeface="Manrope" pitchFamily="34" charset="0"/>
                <a:ea typeface="Manrope" pitchFamily="34" charset="-122"/>
                <a:cs typeface="Manrope" pitchFamily="34" charset="-120"/>
              </a:rPr>
              <a:t>Papeterie, cartes et déclinaisons de marque</a:t>
            </a:r>
            <a:endParaRPr lang="en-US" sz="1293" dirty="0"/>
          </a:p>
        </p:txBody>
      </p:sp>
      <p:sp>
        <p:nvSpPr>
          <p:cNvPr id="4" name="Text 1"/>
          <p:cNvSpPr/>
          <p:nvPr/>
        </p:nvSpPr>
        <p:spPr>
          <a:xfrm>
            <a:off x="261937" y="1595438"/>
            <a:ext cx="8837084" cy="1590675"/>
          </a:xfrm>
          <a:prstGeom prst="rect">
            <a:avLst/>
          </a:prstGeom>
          <a:noFill/>
          <a:ln/>
        </p:spPr>
        <p:txBody>
          <a:bodyPr wrap="square" lIns="0" tIns="0" rIns="0" bIns="0" rtlCol="0" anchor="t"/>
          <a:lstStyle/>
          <a:p>
            <a:pPr algn="l" indent="0" marL="0">
              <a:lnSpc>
                <a:spcPts val="12040"/>
              </a:lnSpc>
              <a:buNone/>
            </a:pPr>
            <a:r>
              <a:rPr lang="en-US" sz="8814" b="1" dirty="0">
                <a:solidFill>
                  <a:srgbClr val="FFFFFF">
                    <a:alpha val="99000"/>
                  </a:srgbClr>
                </a:solidFill>
                <a:latin typeface="Manrope" pitchFamily="34" charset="0"/>
                <a:ea typeface="Manrope" pitchFamily="34" charset="-122"/>
                <a:cs typeface="Manrope" pitchFamily="34" charset="-120"/>
              </a:rPr>
              <a:t>support</a:t>
            </a:r>
            <a:endParaRPr lang="en-US" sz="8814" dirty="0"/>
          </a:p>
        </p:txBody>
      </p:sp>
      <p:pic>
        <p:nvPicPr>
          <p:cNvPr id="5" name="Image 1" descr="preencoded.png">    </p:cNvPr>
          <p:cNvPicPr>
            <a:picLocks noChangeAspect="1"/>
          </p:cNvPicPr>
          <p:nvPr/>
        </p:nvPicPr>
        <p:blipFill>
          <a:blip r:embed="rId2"/>
          <a:srcRect l="0" r="0" t="0" b="0"/>
          <a:stretch/>
        </p:blipFill>
        <p:spPr>
          <a:xfrm>
            <a:off x="261937" y="3305175"/>
            <a:ext cx="785813" cy="38100"/>
          </a:xfrm>
          <a:prstGeom prst="rect">
            <a:avLst/>
          </a:prstGeom>
        </p:spPr>
      </p:pic>
      <p:sp>
        <p:nvSpPr>
          <p:cNvPr id="6" name="Text 2"/>
          <p:cNvSpPr/>
          <p:nvPr/>
        </p:nvSpPr>
        <p:spPr>
          <a:xfrm>
            <a:off x="261937" y="4319588"/>
            <a:ext cx="8196262" cy="273209"/>
          </a:xfrm>
          <a:prstGeom prst="rect">
            <a:avLst/>
          </a:prstGeom>
          <a:noFill/>
          <a:ln/>
        </p:spPr>
        <p:txBody>
          <a:bodyPr wrap="square" lIns="0" tIns="0" rIns="0" bIns="0" rtlCol="0" anchor="t"/>
          <a:lstStyle/>
          <a:p>
            <a:pPr algn="l"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            </a:t>
            </a:r>
            <a:pPr algn="l"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NOTRE IDENTITÉ. NOS VALEURS. </a:t>
            </a:r>
            <a:pPr algn="l" indent="0" marL="0">
              <a:lnSpc>
                <a:spcPts val="1557"/>
              </a:lnSpc>
              <a:buNone/>
            </a:pPr>
            <a:r>
              <a:rPr lang="en-US" sz="1140" dirty="0">
                <a:solidFill>
                  <a:srgbClr val="005CFF">
                    <a:alpha val="99000"/>
                  </a:srgbClr>
                </a:solidFill>
                <a:latin typeface="Manrope" pitchFamily="34" charset="0"/>
                <a:ea typeface="Manrope" pitchFamily="34" charset="-122"/>
                <a:cs typeface="Manrope" pitchFamily="34" charset="-120"/>
              </a:rPr>
              <a:t>VOTRE CONFIANCE.</a:t>
            </a:r>
            <a:endParaRPr lang="en-US" sz="1140" dirty="0"/>
          </a:p>
        </p:txBody>
      </p:sp>
      <p:pic>
        <p:nvPicPr>
          <p:cNvPr id="7" name="Image 2" descr="preencoded.png">    </p:cNvPr>
          <p:cNvPicPr>
            <a:picLocks noChangeAspect="1"/>
          </p:cNvPicPr>
          <p:nvPr/>
        </p:nvPicPr>
        <p:blipFill>
          <a:blip r:embed="rId3"/>
          <a:srcRect l="0" r="0" t="0" b="0"/>
          <a:stretch/>
        </p:blipFill>
        <p:spPr>
          <a:xfrm>
            <a:off x="261937" y="4286250"/>
            <a:ext cx="304800" cy="304800"/>
          </a:xfrm>
          <a:prstGeom prst="rect">
            <a:avLst/>
          </a:prstGeom>
        </p:spPr>
      </p:pic>
      <p:sp>
        <p:nvSpPr>
          <p:cNvPr id="8" name="Text 3"/>
          <p:cNvSpPr/>
          <p:nvPr/>
        </p:nvSpPr>
        <p:spPr>
          <a:xfrm>
            <a:off x="7286625" y="4352925"/>
            <a:ext cx="1302544" cy="473652"/>
          </a:xfrm>
          <a:prstGeom prst="rect">
            <a:avLst/>
          </a:prstGeom>
          <a:noFill/>
          <a:ln/>
        </p:spPr>
        <p:txBody>
          <a:bodyPr wrap="square" lIns="0" tIns="0" rIns="0" bIns="0" rtlCol="0" anchor="t"/>
          <a:lstStyle/>
          <a:p>
            <a:pPr algn="r"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    16 </a:t>
            </a:r>
            <a:pPr algn="r" indent="0" marL="0">
              <a:lnSpc>
                <a:spcPts val="1557"/>
              </a:lnSpc>
              <a:buNone/>
            </a:pPr>
            <a:r>
              <a:rPr lang="en-US" sz="1140" dirty="0">
                <a:solidFill>
                  <a:srgbClr val="005CFF">
                    <a:alpha val="99000"/>
                  </a:srgbClr>
                </a:solidFill>
                <a:latin typeface="Manrope" pitchFamily="34" charset="0"/>
                <a:ea typeface="Manrope" pitchFamily="34" charset="-122"/>
                <a:cs typeface="Manrope" pitchFamily="34" charset="-120"/>
              </a:rPr>
              <a:t>/ </a:t>
            </a:r>
            <a:pPr algn="r"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22</a:t>
            </a:r>
            <a:endParaRPr lang="en-US" sz="1140" dirty="0"/>
          </a:p>
        </p:txBody>
      </p:sp>
      <p:pic>
        <p:nvPicPr>
          <p:cNvPr id="9" name="Image 3" descr="preencoded.png">    </p:cNvPr>
          <p:cNvPicPr>
            <a:picLocks noChangeAspect="1"/>
          </p:cNvPicPr>
          <p:nvPr/>
        </p:nvPicPr>
        <p:blipFill>
          <a:blip r:embed="rId4"/>
          <a:srcRect l="0" r="0" t="0" b="4830"/>
          <a:stretch/>
        </p:blipFill>
        <p:spPr>
          <a:xfrm>
            <a:off x="261937" y="-80962"/>
            <a:ext cx="2238375" cy="1595438"/>
          </a:xfrm>
          <a:prstGeom prst="rect">
            <a:avLst/>
          </a:prstGeom>
        </p:spPr>
      </p:pic>
      <p:pic>
        <p:nvPicPr>
          <p:cNvPr id="10" name="Image 4" descr="preencoded.png">    </p:cNvPr>
          <p:cNvPicPr>
            <a:picLocks noChangeAspect="1"/>
          </p:cNvPicPr>
          <p:nvPr/>
        </p:nvPicPr>
        <p:blipFill>
          <a:blip r:embed="rId5"/>
          <a:srcRect l="0" r="12500" t="0" b="31646"/>
          <a:stretch/>
        </p:blipFill>
        <p:spPr>
          <a:xfrm>
            <a:off x="4043363" y="-1057275"/>
            <a:ext cx="5100638" cy="5143500"/>
          </a:xfrm>
          <a:prstGeom prst="rect">
            <a:avLst/>
          </a:prstGeom>
        </p:spPr>
      </p:pic>
      <p:sp>
        <p:nvSpPr>
          <p:cNvPr id="11" name="Text 4"/>
          <p:cNvSpPr/>
          <p:nvPr/>
        </p:nvSpPr>
        <p:spPr>
          <a:xfrm>
            <a:off x="7348538" y="204788"/>
            <a:ext cx="2486025" cy="221883"/>
          </a:xfrm>
          <a:prstGeom prst="rect">
            <a:avLst/>
          </a:prstGeom>
          <a:noFill/>
          <a:ln/>
        </p:spPr>
        <p:txBody>
          <a:bodyPr wrap="square" lIns="0" tIns="0" rIns="0" bIns="0" rtlCol="0" anchor="t"/>
          <a:lstStyle/>
          <a:p>
            <a:pPr algn="l" indent="0" marL="0">
              <a:lnSpc>
                <a:spcPts val="1679"/>
              </a:lnSpc>
              <a:buNone/>
            </a:pPr>
            <a:r>
              <a:rPr lang="en-US" sz="1229" dirty="0">
                <a:solidFill>
                  <a:srgbClr val="FFFFFF">
                    <a:alpha val="99000"/>
                  </a:srgbClr>
                </a:solidFill>
                <a:latin typeface="Manrope" pitchFamily="34" charset="0"/>
                <a:ea typeface="Manrope" pitchFamily="34" charset="-122"/>
                <a:cs typeface="Manrope" pitchFamily="34" charset="-120"/>
              </a:rPr>
              <a:t>CHARTE </a:t>
            </a:r>
            <a:pPr algn="l" indent="0" marL="0">
              <a:lnSpc>
                <a:spcPts val="1679"/>
              </a:lnSpc>
              <a:buNone/>
            </a:pPr>
            <a:r>
              <a:rPr lang="en-US" sz="1229" dirty="0">
                <a:solidFill>
                  <a:srgbClr val="FFFFFF">
                    <a:alpha val="99000"/>
                  </a:srgbClr>
                </a:solidFill>
                <a:latin typeface="Manrope" pitchFamily="34" charset="0"/>
                <a:ea typeface="Manrope" pitchFamily="34" charset="-122"/>
                <a:cs typeface="Manrope" pitchFamily="34" charset="-120"/>
              </a:rPr>
              <a:t>DE MARQUE</a:t>
            </a:r>
            <a:endParaRPr lang="en-US" sz="1229" dirty="0"/>
          </a:p>
        </p:txBody>
      </p:sp>
      <p:sp>
        <p:nvSpPr>
          <p:cNvPr id="12" name="Text 5"/>
          <p:cNvSpPr/>
          <p:nvPr/>
        </p:nvSpPr>
        <p:spPr>
          <a:xfrm>
            <a:off x="6391275" y="1333500"/>
            <a:ext cx="11887896" cy="2114550"/>
          </a:xfrm>
          <a:prstGeom prst="rect">
            <a:avLst/>
          </a:prstGeom>
          <a:noFill/>
          <a:ln/>
        </p:spPr>
        <p:txBody>
          <a:bodyPr wrap="square" lIns="0" tIns="0" rIns="0" bIns="0" rtlCol="0" anchor="t"/>
          <a:lstStyle/>
          <a:p>
            <a:pPr algn="l" indent="0" marL="0">
              <a:lnSpc>
                <a:spcPts val="16113"/>
              </a:lnSpc>
              <a:buNone/>
            </a:pPr>
            <a:r>
              <a:rPr lang="en-US" sz="11796" b="1" dirty="0">
                <a:solidFill>
                  <a:srgbClr val="1265FF">
                    <a:alpha val="99000"/>
                  </a:srgbClr>
                </a:solidFill>
                <a:latin typeface="Manrope" pitchFamily="34" charset="0"/>
                <a:ea typeface="Manrope" pitchFamily="34" charset="-122"/>
                <a:cs typeface="Manrope" pitchFamily="34" charset="-120"/>
              </a:rPr>
              <a:t>05.</a:t>
            </a:r>
            <a:endParaRPr lang="en-US" sz="11796"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566988" y="266700"/>
            <a:ext cx="7509757" cy="623888"/>
          </a:xfrm>
          <a:prstGeom prst="rect">
            <a:avLst/>
          </a:prstGeom>
          <a:noFill/>
          <a:ln/>
        </p:spPr>
        <p:txBody>
          <a:bodyPr wrap="square" lIns="0" tIns="0" rIns="0" bIns="0" rtlCol="0" anchor="t"/>
          <a:lstStyle/>
          <a:p>
            <a:pPr algn="l" indent="0" marL="0">
              <a:lnSpc>
                <a:spcPts val="4722"/>
              </a:lnSpc>
              <a:buNone/>
            </a:pPr>
            <a:r>
              <a:rPr lang="en-US" sz="3457" b="1" dirty="0">
                <a:solidFill>
                  <a:srgbClr val="0B162A">
                    <a:alpha val="99000"/>
                  </a:srgbClr>
                </a:solidFill>
                <a:latin typeface="Manrope" pitchFamily="34" charset="0"/>
                <a:ea typeface="Manrope" pitchFamily="34" charset="-122"/>
                <a:cs typeface="Manrope" pitchFamily="34" charset="-120"/>
              </a:rPr>
              <a:t>CARTE DE VISITE</a:t>
            </a:r>
            <a:endParaRPr lang="en-US" sz="3457" dirty="0"/>
          </a:p>
        </p:txBody>
      </p:sp>
      <p:pic>
        <p:nvPicPr>
          <p:cNvPr id="3" name="Image 0" descr="preencoded.png">    </p:cNvPr>
          <p:cNvPicPr>
            <a:picLocks noChangeAspect="1"/>
          </p:cNvPicPr>
          <p:nvPr/>
        </p:nvPicPr>
        <p:blipFill>
          <a:blip r:embed="rId1"/>
          <a:srcRect l="0" r="0" t="0" b="0"/>
          <a:stretch/>
        </p:blipFill>
        <p:spPr>
          <a:xfrm>
            <a:off x="19050" y="1069181"/>
            <a:ext cx="2181225" cy="9525"/>
          </a:xfrm>
          <a:prstGeom prst="rect">
            <a:avLst/>
          </a:prstGeom>
        </p:spPr>
      </p:pic>
      <p:pic>
        <p:nvPicPr>
          <p:cNvPr id="4" name="Image 1" descr="preencoded.png">    </p:cNvPr>
          <p:cNvPicPr>
            <a:picLocks noChangeAspect="1"/>
          </p:cNvPicPr>
          <p:nvPr/>
        </p:nvPicPr>
        <p:blipFill>
          <a:blip r:embed="rId2"/>
          <a:srcRect l="0" r="-28571" t="0" b="0"/>
          <a:stretch/>
        </p:blipFill>
        <p:spPr>
          <a:xfrm>
            <a:off x="2343150" y="0"/>
            <a:ext cx="42863" cy="5143500"/>
          </a:xfrm>
          <a:prstGeom prst="rect">
            <a:avLst/>
          </a:prstGeom>
        </p:spPr>
      </p:pic>
      <p:pic>
        <p:nvPicPr>
          <p:cNvPr id="5" name="Image 2" descr="preencoded.png">    </p:cNvPr>
          <p:cNvPicPr>
            <a:picLocks noChangeAspect="1"/>
          </p:cNvPicPr>
          <p:nvPr/>
        </p:nvPicPr>
        <p:blipFill>
          <a:blip r:embed="rId3"/>
          <a:srcRect l="0" r="0" t="0" b="0"/>
          <a:stretch/>
        </p:blipFill>
        <p:spPr>
          <a:xfrm>
            <a:off x="309563" y="9525"/>
            <a:ext cx="1404938" cy="1052513"/>
          </a:xfrm>
          <a:prstGeom prst="rect">
            <a:avLst/>
          </a:prstGeom>
        </p:spPr>
      </p:pic>
      <p:sp>
        <p:nvSpPr>
          <p:cNvPr id="6" name="Text 1"/>
          <p:cNvSpPr/>
          <p:nvPr/>
        </p:nvSpPr>
        <p:spPr>
          <a:xfrm>
            <a:off x="85725" y="1276350"/>
            <a:ext cx="2257425" cy="161925"/>
          </a:xfrm>
          <a:prstGeom prst="rect">
            <a:avLst/>
          </a:prstGeom>
          <a:noFill/>
          <a:ln/>
        </p:spPr>
        <p:txBody>
          <a:bodyPr wrap="square" lIns="0" tIns="0" rIns="0" bIns="0" rtlCol="0" anchor="t"/>
          <a:lstStyle/>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La carte de visite ALT reflète notre</a:t>
            </a:r>
            <a:endParaRPr lang="en-US" sz="911" dirty="0"/>
          </a:p>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identité avec clarté et professionnalisme.</a:t>
            </a:r>
            <a:endParaRPr lang="en-US" sz="911" dirty="0"/>
          </a:p>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Elle assure une présentation mémorable</a:t>
            </a:r>
            <a:endParaRPr lang="en-US" sz="911" dirty="0"/>
          </a:p>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e t facilite les échanges.</a:t>
            </a:r>
            <a:endParaRPr lang="en-US" sz="911" dirty="0"/>
          </a:p>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Chaque élément est conçu pour</a:t>
            </a:r>
            <a:endParaRPr lang="en-US" sz="911" dirty="0"/>
          </a:p>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garantir une lecture rapide et une</a:t>
            </a:r>
            <a:endParaRPr lang="en-US" sz="911" dirty="0"/>
          </a:p>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impression durable.</a:t>
            </a:r>
            <a:endParaRPr lang="en-US" sz="911" dirty="0"/>
          </a:p>
        </p:txBody>
      </p:sp>
      <p:sp>
        <p:nvSpPr>
          <p:cNvPr id="7" name="Text 2"/>
          <p:cNvSpPr/>
          <p:nvPr/>
        </p:nvSpPr>
        <p:spPr>
          <a:xfrm>
            <a:off x="3733800" y="3481388"/>
            <a:ext cx="2456610" cy="176213"/>
          </a:xfrm>
          <a:prstGeom prst="rect">
            <a:avLst/>
          </a:prstGeom>
          <a:noFill/>
          <a:ln/>
        </p:spPr>
        <p:txBody>
          <a:bodyPr wrap="square" lIns="0" tIns="0" rIns="0" bIns="0" rtlCol="0" anchor="t"/>
          <a:lstStyle/>
          <a:p>
            <a:pPr algn="l" indent="0" marL="0">
              <a:lnSpc>
                <a:spcPts val="1355"/>
              </a:lnSpc>
              <a:buNone/>
            </a:pPr>
            <a:r>
              <a:rPr lang="en-US" sz="992" b="1" dirty="0">
                <a:solidFill>
                  <a:srgbClr val="000000">
                    <a:alpha val="99000"/>
                  </a:srgbClr>
                </a:solidFill>
                <a:latin typeface="Manrope" pitchFamily="34" charset="0"/>
                <a:ea typeface="Manrope" pitchFamily="34" charset="-122"/>
                <a:cs typeface="Manrope" pitchFamily="34" charset="-120"/>
              </a:rPr>
              <a:t>Recto</a:t>
            </a:r>
            <a:endParaRPr lang="en-US" sz="992" dirty="0"/>
          </a:p>
        </p:txBody>
      </p:sp>
      <p:sp>
        <p:nvSpPr>
          <p:cNvPr id="8" name="Text 3"/>
          <p:cNvSpPr/>
          <p:nvPr/>
        </p:nvSpPr>
        <p:spPr>
          <a:xfrm>
            <a:off x="223838" y="4672013"/>
            <a:ext cx="4491038" cy="149701"/>
          </a:xfrm>
          <a:prstGeom prst="rect">
            <a:avLst/>
          </a:prstGeom>
          <a:noFill/>
          <a:ln/>
        </p:spPr>
        <p:txBody>
          <a:bodyPr wrap="square" lIns="0" tIns="0" rIns="0" bIns="0" rtlCol="0" anchor="t"/>
          <a:lstStyle/>
          <a:p>
            <a:pPr algn="l" indent="0" marL="0">
              <a:lnSpc>
                <a:spcPts val="730"/>
              </a:lnSpc>
              <a:buNone/>
            </a:pPr>
            <a:r>
              <a:rPr lang="en-US" sz="534" dirty="0">
                <a:solidFill>
                  <a:srgbClr val="FFFFFF">
                    <a:alpha val="99000"/>
                  </a:srgbClr>
                </a:solidFill>
                <a:latin typeface="Manrope" pitchFamily="34" charset="0"/>
                <a:ea typeface="Manrope" pitchFamily="34" charset="-122"/>
                <a:cs typeface="Manrope" pitchFamily="34" charset="-120"/>
              </a:rPr>
              <a:t>            </a:t>
            </a:r>
            <a:pPr algn="l" indent="0" marL="0">
              <a:lnSpc>
                <a:spcPts val="730"/>
              </a:lnSpc>
              <a:buNone/>
            </a:pPr>
            <a:r>
              <a:rPr lang="en-US" sz="534" dirty="0">
                <a:solidFill>
                  <a:srgbClr val="2E3B46">
                    <a:alpha val="99000"/>
                  </a:srgbClr>
                </a:solidFill>
                <a:latin typeface="Manrope" pitchFamily="34" charset="0"/>
                <a:ea typeface="Manrope" pitchFamily="34" charset="-122"/>
                <a:cs typeface="Manrope" pitchFamily="34" charset="-120"/>
              </a:rPr>
              <a:t>NOTRE IDENTITÉ. NOS VALEURS. </a:t>
            </a:r>
            <a:pPr algn="l" indent="0" marL="0">
              <a:lnSpc>
                <a:spcPts val="730"/>
              </a:lnSpc>
              <a:buNone/>
            </a:pPr>
            <a:r>
              <a:rPr lang="en-US" sz="534" dirty="0">
                <a:solidFill>
                  <a:srgbClr val="005CFF">
                    <a:alpha val="99000"/>
                  </a:srgbClr>
                </a:solidFill>
                <a:latin typeface="Manrope" pitchFamily="34" charset="0"/>
                <a:ea typeface="Manrope" pitchFamily="34" charset="-122"/>
                <a:cs typeface="Manrope" pitchFamily="34" charset="-120"/>
              </a:rPr>
              <a:t>VOTRE CONFIANCE.</a:t>
            </a:r>
            <a:endParaRPr lang="en-US" sz="534" dirty="0"/>
          </a:p>
        </p:txBody>
      </p:sp>
      <p:pic>
        <p:nvPicPr>
          <p:cNvPr id="9" name="Image 3" descr="preencoded.png">    </p:cNvPr>
          <p:cNvPicPr>
            <a:picLocks noChangeAspect="1"/>
          </p:cNvPicPr>
          <p:nvPr/>
        </p:nvPicPr>
        <p:blipFill>
          <a:blip r:embed="rId4"/>
          <a:srcRect l="0" r="0" t="0" b="0"/>
          <a:stretch/>
        </p:blipFill>
        <p:spPr>
          <a:xfrm>
            <a:off x="90488" y="4614863"/>
            <a:ext cx="233362" cy="233362"/>
          </a:xfrm>
          <a:prstGeom prst="rect">
            <a:avLst/>
          </a:prstGeom>
        </p:spPr>
      </p:pic>
      <p:pic>
        <p:nvPicPr>
          <p:cNvPr id="10" name="Image 4" descr="preencoded.png">    </p:cNvPr>
          <p:cNvPicPr>
            <a:picLocks noChangeAspect="1"/>
          </p:cNvPicPr>
          <p:nvPr/>
        </p:nvPicPr>
        <p:blipFill>
          <a:blip r:embed="rId5"/>
          <a:srcRect l="0" r="0" t="0" b="0"/>
          <a:stretch/>
        </p:blipFill>
        <p:spPr>
          <a:xfrm>
            <a:off x="2566988" y="1071563"/>
            <a:ext cx="6577017" cy="19050"/>
          </a:xfrm>
          <a:prstGeom prst="rect">
            <a:avLst/>
          </a:prstGeom>
        </p:spPr>
      </p:pic>
      <p:sp>
        <p:nvSpPr>
          <p:cNvPr id="11" name="Text 4"/>
          <p:cNvSpPr/>
          <p:nvPr/>
        </p:nvSpPr>
        <p:spPr>
          <a:xfrm>
            <a:off x="7348538" y="4314825"/>
            <a:ext cx="1323975" cy="471488"/>
          </a:xfrm>
          <a:prstGeom prst="rect">
            <a:avLst/>
          </a:prstGeom>
          <a:noFill/>
          <a:ln/>
        </p:spPr>
        <p:txBody>
          <a:bodyPr wrap="square" lIns="0" tIns="0" rIns="0" bIns="0" rtlCol="0" anchor="t"/>
          <a:lstStyle/>
          <a:p>
            <a:pPr algn="r" indent="0" marL="0">
              <a:lnSpc>
                <a:spcPts val="1557"/>
              </a:lnSpc>
              <a:buNone/>
            </a:pPr>
            <a:r>
              <a:rPr lang="en-US" sz="1140" dirty="0">
                <a:solidFill>
                  <a:srgbClr val="0B162A">
                    <a:alpha val="99000"/>
                  </a:srgbClr>
                </a:solidFill>
                <a:latin typeface="Manrope" pitchFamily="34" charset="0"/>
                <a:ea typeface="Manrope" pitchFamily="34" charset="-122"/>
                <a:cs typeface="Manrope" pitchFamily="34" charset="-120"/>
              </a:rPr>
              <a:t>17</a:t>
            </a:r>
            <a:pPr algn="r"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 </a:t>
            </a:r>
            <a:pPr algn="r" indent="0" marL="0">
              <a:lnSpc>
                <a:spcPts val="1557"/>
              </a:lnSpc>
              <a:buNone/>
            </a:pPr>
            <a:r>
              <a:rPr lang="en-US" sz="1140" dirty="0">
                <a:solidFill>
                  <a:srgbClr val="005CFF">
                    <a:alpha val="99000"/>
                  </a:srgbClr>
                </a:solidFill>
                <a:latin typeface="Manrope" pitchFamily="34" charset="0"/>
                <a:ea typeface="Manrope" pitchFamily="34" charset="-122"/>
                <a:cs typeface="Manrope" pitchFamily="34" charset="-120"/>
              </a:rPr>
              <a:t>/</a:t>
            </a:r>
            <a:pPr algn="r"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 </a:t>
            </a:r>
            <a:pPr algn="r" indent="0" marL="0">
              <a:lnSpc>
                <a:spcPts val="1557"/>
              </a:lnSpc>
              <a:buNone/>
            </a:pPr>
            <a:r>
              <a:rPr lang="en-US" sz="1140" dirty="0">
                <a:solidFill>
                  <a:srgbClr val="0B162A">
                    <a:alpha val="99000"/>
                  </a:srgbClr>
                </a:solidFill>
                <a:latin typeface="Manrope" pitchFamily="34" charset="0"/>
                <a:ea typeface="Manrope" pitchFamily="34" charset="-122"/>
                <a:cs typeface="Manrope" pitchFamily="34" charset="-120"/>
              </a:rPr>
              <a:t>22</a:t>
            </a:r>
            <a:endParaRPr lang="en-US" sz="1140" dirty="0"/>
          </a:p>
        </p:txBody>
      </p:sp>
      <p:pic>
        <p:nvPicPr>
          <p:cNvPr id="12" name="Image 5" descr="preencoded.png">    </p:cNvPr>
          <p:cNvPicPr>
            <a:picLocks noChangeAspect="1"/>
          </p:cNvPicPr>
          <p:nvPr/>
        </p:nvPicPr>
        <p:blipFill>
          <a:blip r:embed="rId6"/>
          <a:srcRect l="0" r="0" t="0" b="0"/>
          <a:stretch/>
        </p:blipFill>
        <p:spPr>
          <a:xfrm>
            <a:off x="90488" y="3005138"/>
            <a:ext cx="85725" cy="104775"/>
          </a:xfrm>
          <a:prstGeom prst="rect">
            <a:avLst/>
          </a:prstGeom>
        </p:spPr>
      </p:pic>
      <p:sp>
        <p:nvSpPr>
          <p:cNvPr id="13" name="Text 5"/>
          <p:cNvSpPr/>
          <p:nvPr/>
        </p:nvSpPr>
        <p:spPr>
          <a:xfrm>
            <a:off x="223838" y="3005138"/>
            <a:ext cx="1976438" cy="162447"/>
          </a:xfrm>
          <a:prstGeom prst="rect">
            <a:avLst/>
          </a:prstGeom>
          <a:noFill/>
          <a:ln/>
        </p:spPr>
        <p:txBody>
          <a:bodyPr wrap="square" lIns="0" tIns="0" rIns="0" bIns="0" rtlCol="0" anchor="t"/>
          <a:lstStyle/>
          <a:p>
            <a:pPr algn="l" indent="0" marL="0">
              <a:lnSpc>
                <a:spcPts val="730"/>
              </a:lnSpc>
              <a:buNone/>
            </a:pPr>
            <a:r>
              <a:rPr lang="en-US" sz="534" dirty="0">
                <a:solidFill>
                  <a:srgbClr val="0B162A">
                    <a:alpha val="99000"/>
                  </a:srgbClr>
                </a:solidFill>
                <a:latin typeface="Manrope" pitchFamily="34" charset="0"/>
                <a:ea typeface="Manrope" pitchFamily="34" charset="-122"/>
                <a:cs typeface="Manrope" pitchFamily="34" charset="-120"/>
              </a:rPr>
              <a:t>Recto impactant</a:t>
            </a:r>
            <a:endParaRPr lang="en-US" sz="534" dirty="0"/>
          </a:p>
        </p:txBody>
      </p:sp>
      <p:pic>
        <p:nvPicPr>
          <p:cNvPr id="14" name="Image 6" descr="preencoded.png">    </p:cNvPr>
          <p:cNvPicPr>
            <a:picLocks noChangeAspect="1"/>
          </p:cNvPicPr>
          <p:nvPr/>
        </p:nvPicPr>
        <p:blipFill>
          <a:blip r:embed="rId7"/>
          <a:srcRect l="0" r="0" t="0" b="0"/>
          <a:stretch/>
        </p:blipFill>
        <p:spPr>
          <a:xfrm>
            <a:off x="85725" y="3167063"/>
            <a:ext cx="85725" cy="104775"/>
          </a:xfrm>
          <a:prstGeom prst="rect">
            <a:avLst/>
          </a:prstGeom>
        </p:spPr>
      </p:pic>
      <p:sp>
        <p:nvSpPr>
          <p:cNvPr id="15" name="Text 6"/>
          <p:cNvSpPr/>
          <p:nvPr/>
        </p:nvSpPr>
        <p:spPr>
          <a:xfrm>
            <a:off x="223838" y="3167063"/>
            <a:ext cx="1976438" cy="162447"/>
          </a:xfrm>
          <a:prstGeom prst="rect">
            <a:avLst/>
          </a:prstGeom>
          <a:noFill/>
          <a:ln/>
        </p:spPr>
        <p:txBody>
          <a:bodyPr wrap="square" lIns="0" tIns="0" rIns="0" bIns="0" rtlCol="0" anchor="t"/>
          <a:lstStyle/>
          <a:p>
            <a:pPr algn="l" indent="0" marL="0">
              <a:lnSpc>
                <a:spcPts val="730"/>
              </a:lnSpc>
              <a:buNone/>
            </a:pPr>
            <a:r>
              <a:rPr lang="en-US" sz="534" dirty="0">
                <a:solidFill>
                  <a:srgbClr val="0B162A">
                    <a:alpha val="99000"/>
                  </a:srgbClr>
                </a:solidFill>
                <a:latin typeface="Manrope" pitchFamily="34" charset="0"/>
                <a:ea typeface="Manrope" pitchFamily="34" charset="-122"/>
                <a:cs typeface="Manrope" pitchFamily="34" charset="-120"/>
              </a:rPr>
              <a:t>Verso informatif</a:t>
            </a:r>
            <a:endParaRPr lang="en-US" sz="534" dirty="0"/>
          </a:p>
        </p:txBody>
      </p:sp>
      <p:pic>
        <p:nvPicPr>
          <p:cNvPr id="16" name="Image 7" descr="preencoded.png">    </p:cNvPr>
          <p:cNvPicPr>
            <a:picLocks noChangeAspect="1"/>
          </p:cNvPicPr>
          <p:nvPr/>
        </p:nvPicPr>
        <p:blipFill>
          <a:blip r:embed="rId8"/>
          <a:srcRect l="0" r="0" t="0" b="0"/>
          <a:stretch/>
        </p:blipFill>
        <p:spPr>
          <a:xfrm>
            <a:off x="90488" y="3338513"/>
            <a:ext cx="85725" cy="104775"/>
          </a:xfrm>
          <a:prstGeom prst="rect">
            <a:avLst/>
          </a:prstGeom>
        </p:spPr>
      </p:pic>
      <p:sp>
        <p:nvSpPr>
          <p:cNvPr id="17" name="Text 7"/>
          <p:cNvSpPr/>
          <p:nvPr/>
        </p:nvSpPr>
        <p:spPr>
          <a:xfrm>
            <a:off x="223838" y="3362325"/>
            <a:ext cx="1976438" cy="162447"/>
          </a:xfrm>
          <a:prstGeom prst="rect">
            <a:avLst/>
          </a:prstGeom>
          <a:noFill/>
          <a:ln/>
        </p:spPr>
        <p:txBody>
          <a:bodyPr wrap="square" lIns="0" tIns="0" rIns="0" bIns="0" rtlCol="0" anchor="t"/>
          <a:lstStyle/>
          <a:p>
            <a:pPr algn="l" indent="0" marL="0">
              <a:lnSpc>
                <a:spcPts val="730"/>
              </a:lnSpc>
              <a:buNone/>
            </a:pPr>
            <a:r>
              <a:rPr lang="en-US" sz="534" dirty="0">
                <a:solidFill>
                  <a:srgbClr val="0B162A">
                    <a:alpha val="99000"/>
                  </a:srgbClr>
                </a:solidFill>
                <a:latin typeface="Manrope" pitchFamily="34" charset="0"/>
                <a:ea typeface="Manrope" pitchFamily="34" charset="-122"/>
                <a:cs typeface="Manrope" pitchFamily="34" charset="-120"/>
              </a:rPr>
              <a:t>Constraste fort</a:t>
            </a:r>
            <a:endParaRPr lang="en-US" sz="534" dirty="0"/>
          </a:p>
        </p:txBody>
      </p:sp>
      <p:pic>
        <p:nvPicPr>
          <p:cNvPr id="18" name="Image 8" descr="preencoded.png">    </p:cNvPr>
          <p:cNvPicPr>
            <a:picLocks noChangeAspect="1"/>
          </p:cNvPicPr>
          <p:nvPr/>
        </p:nvPicPr>
        <p:blipFill>
          <a:blip r:embed="rId9"/>
          <a:srcRect l="0" r="0" t="0" b="0"/>
          <a:stretch/>
        </p:blipFill>
        <p:spPr>
          <a:xfrm>
            <a:off x="2628900" y="1423988"/>
            <a:ext cx="2967038" cy="1914525"/>
          </a:xfrm>
          <a:prstGeom prst="rect">
            <a:avLst/>
          </a:prstGeom>
        </p:spPr>
      </p:pic>
      <p:pic>
        <p:nvPicPr>
          <p:cNvPr id="19" name="Image 9" descr="preencoded.png">    </p:cNvPr>
          <p:cNvPicPr>
            <a:picLocks noChangeAspect="1"/>
          </p:cNvPicPr>
          <p:nvPr/>
        </p:nvPicPr>
        <p:blipFill>
          <a:blip r:embed="rId10"/>
          <a:srcRect l="0" r="0" t="0" b="0"/>
          <a:stretch/>
        </p:blipFill>
        <p:spPr>
          <a:xfrm>
            <a:off x="5648325" y="1433513"/>
            <a:ext cx="3028950" cy="1957388"/>
          </a:xfrm>
          <a:prstGeom prst="rect">
            <a:avLst/>
          </a:prstGeom>
        </p:spPr>
      </p:pic>
      <p:sp>
        <p:nvSpPr>
          <p:cNvPr id="20" name="Text 8"/>
          <p:cNvSpPr/>
          <p:nvPr/>
        </p:nvSpPr>
        <p:spPr>
          <a:xfrm>
            <a:off x="6800850" y="3514725"/>
            <a:ext cx="2456610" cy="176213"/>
          </a:xfrm>
          <a:prstGeom prst="rect">
            <a:avLst/>
          </a:prstGeom>
          <a:noFill/>
          <a:ln/>
        </p:spPr>
        <p:txBody>
          <a:bodyPr wrap="square" lIns="0" tIns="0" rIns="0" bIns="0" rtlCol="0" anchor="t"/>
          <a:lstStyle/>
          <a:p>
            <a:pPr algn="l" indent="0" marL="0">
              <a:lnSpc>
                <a:spcPts val="1355"/>
              </a:lnSpc>
              <a:buNone/>
            </a:pPr>
            <a:r>
              <a:rPr lang="en-US" sz="992" b="1" dirty="0">
                <a:solidFill>
                  <a:srgbClr val="000000">
                    <a:alpha val="99000"/>
                  </a:srgbClr>
                </a:solidFill>
                <a:latin typeface="Manrope" pitchFamily="34" charset="0"/>
                <a:ea typeface="Manrope" pitchFamily="34" charset="-122"/>
                <a:cs typeface="Manrope" pitchFamily="34" charset="-120"/>
              </a:rPr>
              <a:t>Verso</a:t>
            </a:r>
            <a:endParaRPr lang="en-US" sz="992"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566988" y="266700"/>
            <a:ext cx="7509757" cy="623888"/>
          </a:xfrm>
          <a:prstGeom prst="rect">
            <a:avLst/>
          </a:prstGeom>
          <a:noFill/>
          <a:ln/>
        </p:spPr>
        <p:txBody>
          <a:bodyPr wrap="square" lIns="0" tIns="0" rIns="0" bIns="0" rtlCol="0" anchor="t"/>
          <a:lstStyle/>
          <a:p>
            <a:pPr algn="l" indent="0" marL="0">
              <a:lnSpc>
                <a:spcPts val="4672"/>
              </a:lnSpc>
              <a:buNone/>
            </a:pPr>
            <a:r>
              <a:rPr lang="en-US" sz="3420" b="1" dirty="0">
                <a:solidFill>
                  <a:srgbClr val="0B162A">
                    <a:alpha val="99000"/>
                  </a:srgbClr>
                </a:solidFill>
                <a:latin typeface="Manrope" pitchFamily="34" charset="0"/>
                <a:ea typeface="Manrope" pitchFamily="34" charset="-122"/>
                <a:cs typeface="Manrope" pitchFamily="34" charset="-120"/>
              </a:rPr>
              <a:t>CARTE DE VISITE NOMINATIVE</a:t>
            </a:r>
            <a:endParaRPr lang="en-US" sz="3420" dirty="0"/>
          </a:p>
        </p:txBody>
      </p:sp>
      <p:pic>
        <p:nvPicPr>
          <p:cNvPr id="3" name="Image 0" descr="preencoded.png">    </p:cNvPr>
          <p:cNvPicPr>
            <a:picLocks noChangeAspect="1"/>
          </p:cNvPicPr>
          <p:nvPr/>
        </p:nvPicPr>
        <p:blipFill>
          <a:blip r:embed="rId1"/>
          <a:srcRect l="0" r="0" t="0" b="0"/>
          <a:stretch/>
        </p:blipFill>
        <p:spPr>
          <a:xfrm>
            <a:off x="19050" y="1069181"/>
            <a:ext cx="2181225" cy="9525"/>
          </a:xfrm>
          <a:prstGeom prst="rect">
            <a:avLst/>
          </a:prstGeom>
        </p:spPr>
      </p:pic>
      <p:pic>
        <p:nvPicPr>
          <p:cNvPr id="4" name="Image 1" descr="preencoded.png">    </p:cNvPr>
          <p:cNvPicPr>
            <a:picLocks noChangeAspect="1"/>
          </p:cNvPicPr>
          <p:nvPr/>
        </p:nvPicPr>
        <p:blipFill>
          <a:blip r:embed="rId2"/>
          <a:srcRect l="0" r="-28571" t="0" b="0"/>
          <a:stretch/>
        </p:blipFill>
        <p:spPr>
          <a:xfrm>
            <a:off x="2343150" y="0"/>
            <a:ext cx="42863" cy="5143500"/>
          </a:xfrm>
          <a:prstGeom prst="rect">
            <a:avLst/>
          </a:prstGeom>
        </p:spPr>
      </p:pic>
      <p:pic>
        <p:nvPicPr>
          <p:cNvPr id="5" name="Image 2" descr="preencoded.png">    </p:cNvPr>
          <p:cNvPicPr>
            <a:picLocks noChangeAspect="1"/>
          </p:cNvPicPr>
          <p:nvPr/>
        </p:nvPicPr>
        <p:blipFill>
          <a:blip r:embed="rId3"/>
          <a:srcRect l="0" r="0" t="0" b="0"/>
          <a:stretch/>
        </p:blipFill>
        <p:spPr>
          <a:xfrm>
            <a:off x="309563" y="9525"/>
            <a:ext cx="1404938" cy="1052513"/>
          </a:xfrm>
          <a:prstGeom prst="rect">
            <a:avLst/>
          </a:prstGeom>
        </p:spPr>
      </p:pic>
      <p:sp>
        <p:nvSpPr>
          <p:cNvPr id="6" name="Text 1"/>
          <p:cNvSpPr/>
          <p:nvPr/>
        </p:nvSpPr>
        <p:spPr>
          <a:xfrm>
            <a:off x="85725" y="1276350"/>
            <a:ext cx="2257425" cy="161925"/>
          </a:xfrm>
          <a:prstGeom prst="rect">
            <a:avLst/>
          </a:prstGeom>
          <a:noFill/>
          <a:ln/>
        </p:spPr>
        <p:txBody>
          <a:bodyPr wrap="square" lIns="0" tIns="0" rIns="0" bIns="0" rtlCol="0" anchor="t"/>
          <a:lstStyle/>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La carte de visite ALT reflète notre</a:t>
            </a:r>
            <a:endParaRPr lang="en-US" sz="911" dirty="0"/>
          </a:p>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identité avec clarté et professionnalisme.</a:t>
            </a:r>
            <a:endParaRPr lang="en-US" sz="911" dirty="0"/>
          </a:p>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Elle assure une présentation mémorable</a:t>
            </a:r>
            <a:endParaRPr lang="en-US" sz="911" dirty="0"/>
          </a:p>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e t facilite les échanges.</a:t>
            </a:r>
            <a:endParaRPr lang="en-US" sz="911" dirty="0"/>
          </a:p>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Chaque élément est conçu pour</a:t>
            </a:r>
            <a:endParaRPr lang="en-US" sz="911" dirty="0"/>
          </a:p>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garantir une lecture rapide et une</a:t>
            </a:r>
            <a:endParaRPr lang="en-US" sz="911" dirty="0"/>
          </a:p>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impression durable.</a:t>
            </a:r>
            <a:endParaRPr lang="en-US" sz="911" dirty="0"/>
          </a:p>
        </p:txBody>
      </p:sp>
      <p:sp>
        <p:nvSpPr>
          <p:cNvPr id="7" name="Text 2"/>
          <p:cNvSpPr/>
          <p:nvPr/>
        </p:nvSpPr>
        <p:spPr>
          <a:xfrm>
            <a:off x="223838" y="4700588"/>
            <a:ext cx="4491038" cy="149701"/>
          </a:xfrm>
          <a:prstGeom prst="rect">
            <a:avLst/>
          </a:prstGeom>
          <a:noFill/>
          <a:ln/>
        </p:spPr>
        <p:txBody>
          <a:bodyPr wrap="square" lIns="0" tIns="0" rIns="0" bIns="0" rtlCol="0" anchor="t"/>
          <a:lstStyle/>
          <a:p>
            <a:pPr algn="l" indent="0" marL="0">
              <a:lnSpc>
                <a:spcPts val="730"/>
              </a:lnSpc>
              <a:buNone/>
            </a:pPr>
            <a:r>
              <a:rPr lang="en-US" sz="534" dirty="0">
                <a:solidFill>
                  <a:srgbClr val="FFFFFF">
                    <a:alpha val="99000"/>
                  </a:srgbClr>
                </a:solidFill>
                <a:latin typeface="Manrope" pitchFamily="34" charset="0"/>
                <a:ea typeface="Manrope" pitchFamily="34" charset="-122"/>
                <a:cs typeface="Manrope" pitchFamily="34" charset="-120"/>
              </a:rPr>
              <a:t>            </a:t>
            </a:r>
            <a:pPr algn="l" indent="0" marL="0">
              <a:lnSpc>
                <a:spcPts val="730"/>
              </a:lnSpc>
              <a:buNone/>
            </a:pPr>
            <a:r>
              <a:rPr lang="en-US" sz="534" dirty="0">
                <a:solidFill>
                  <a:srgbClr val="2E3B46">
                    <a:alpha val="99000"/>
                  </a:srgbClr>
                </a:solidFill>
                <a:latin typeface="Manrope" pitchFamily="34" charset="0"/>
                <a:ea typeface="Manrope" pitchFamily="34" charset="-122"/>
                <a:cs typeface="Manrope" pitchFamily="34" charset="-120"/>
              </a:rPr>
              <a:t>NOTRE IDENTITÉ. NOS VALEURS. </a:t>
            </a:r>
            <a:pPr algn="l" indent="0" marL="0">
              <a:lnSpc>
                <a:spcPts val="730"/>
              </a:lnSpc>
              <a:buNone/>
            </a:pPr>
            <a:r>
              <a:rPr lang="en-US" sz="534" dirty="0">
                <a:solidFill>
                  <a:srgbClr val="005CFF">
                    <a:alpha val="99000"/>
                  </a:srgbClr>
                </a:solidFill>
                <a:latin typeface="Manrope" pitchFamily="34" charset="0"/>
                <a:ea typeface="Manrope" pitchFamily="34" charset="-122"/>
                <a:cs typeface="Manrope" pitchFamily="34" charset="-120"/>
              </a:rPr>
              <a:t>VOTRE CONFIANCE.</a:t>
            </a:r>
            <a:endParaRPr lang="en-US" sz="534" dirty="0"/>
          </a:p>
        </p:txBody>
      </p:sp>
      <p:pic>
        <p:nvPicPr>
          <p:cNvPr id="8" name="Image 3" descr="preencoded.png">    </p:cNvPr>
          <p:cNvPicPr>
            <a:picLocks noChangeAspect="1"/>
          </p:cNvPicPr>
          <p:nvPr/>
        </p:nvPicPr>
        <p:blipFill>
          <a:blip r:embed="rId4"/>
          <a:srcRect l="0" r="0" t="0" b="0"/>
          <a:stretch/>
        </p:blipFill>
        <p:spPr>
          <a:xfrm>
            <a:off x="90488" y="4614863"/>
            <a:ext cx="233362" cy="233362"/>
          </a:xfrm>
          <a:prstGeom prst="rect">
            <a:avLst/>
          </a:prstGeom>
        </p:spPr>
      </p:pic>
      <p:pic>
        <p:nvPicPr>
          <p:cNvPr id="9" name="Image 4" descr="preencoded.png">    </p:cNvPr>
          <p:cNvPicPr>
            <a:picLocks noChangeAspect="1"/>
          </p:cNvPicPr>
          <p:nvPr/>
        </p:nvPicPr>
        <p:blipFill>
          <a:blip r:embed="rId5"/>
          <a:srcRect l="0" r="0" t="0" b="0"/>
          <a:stretch/>
        </p:blipFill>
        <p:spPr>
          <a:xfrm>
            <a:off x="2566988" y="1071563"/>
            <a:ext cx="6577017" cy="19050"/>
          </a:xfrm>
          <a:prstGeom prst="rect">
            <a:avLst/>
          </a:prstGeom>
        </p:spPr>
      </p:pic>
      <p:sp>
        <p:nvSpPr>
          <p:cNvPr id="10" name="Text 3"/>
          <p:cNvSpPr/>
          <p:nvPr/>
        </p:nvSpPr>
        <p:spPr>
          <a:xfrm>
            <a:off x="7562850" y="4762500"/>
            <a:ext cx="1323975" cy="471488"/>
          </a:xfrm>
          <a:prstGeom prst="rect">
            <a:avLst/>
          </a:prstGeom>
          <a:noFill/>
          <a:ln/>
        </p:spPr>
        <p:txBody>
          <a:bodyPr wrap="square" lIns="0" tIns="0" rIns="0" bIns="0" rtlCol="0" anchor="t"/>
          <a:lstStyle/>
          <a:p>
            <a:pPr algn="r" indent="0" marL="0">
              <a:lnSpc>
                <a:spcPts val="1557"/>
              </a:lnSpc>
              <a:buNone/>
            </a:pPr>
            <a:r>
              <a:rPr lang="en-US" sz="1140" dirty="0">
                <a:solidFill>
                  <a:srgbClr val="0B162A">
                    <a:alpha val="99000"/>
                  </a:srgbClr>
                </a:solidFill>
                <a:latin typeface="Manrope" pitchFamily="34" charset="0"/>
                <a:ea typeface="Manrope" pitchFamily="34" charset="-122"/>
                <a:cs typeface="Manrope" pitchFamily="34" charset="-120"/>
              </a:rPr>
              <a:t>18</a:t>
            </a:r>
            <a:pPr algn="r"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 </a:t>
            </a:r>
            <a:pPr algn="r" indent="0" marL="0">
              <a:lnSpc>
                <a:spcPts val="1557"/>
              </a:lnSpc>
              <a:buNone/>
            </a:pPr>
            <a:r>
              <a:rPr lang="en-US" sz="1140" dirty="0">
                <a:solidFill>
                  <a:srgbClr val="005CFF">
                    <a:alpha val="99000"/>
                  </a:srgbClr>
                </a:solidFill>
                <a:latin typeface="Manrope" pitchFamily="34" charset="0"/>
                <a:ea typeface="Manrope" pitchFamily="34" charset="-122"/>
                <a:cs typeface="Manrope" pitchFamily="34" charset="-120"/>
              </a:rPr>
              <a:t>/</a:t>
            </a:r>
            <a:pPr algn="r"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 </a:t>
            </a:r>
            <a:pPr algn="r" indent="0" marL="0">
              <a:lnSpc>
                <a:spcPts val="1557"/>
              </a:lnSpc>
              <a:buNone/>
            </a:pPr>
            <a:r>
              <a:rPr lang="en-US" sz="1140" dirty="0">
                <a:solidFill>
                  <a:srgbClr val="0B162A">
                    <a:alpha val="99000"/>
                  </a:srgbClr>
                </a:solidFill>
                <a:latin typeface="Manrope" pitchFamily="34" charset="0"/>
                <a:ea typeface="Manrope" pitchFamily="34" charset="-122"/>
                <a:cs typeface="Manrope" pitchFamily="34" charset="-120"/>
              </a:rPr>
              <a:t>22</a:t>
            </a:r>
            <a:endParaRPr lang="en-US" sz="1140" dirty="0"/>
          </a:p>
        </p:txBody>
      </p:sp>
      <p:pic>
        <p:nvPicPr>
          <p:cNvPr id="11" name="Image 5" descr="preencoded.png">    </p:cNvPr>
          <p:cNvPicPr>
            <a:picLocks noChangeAspect="1"/>
          </p:cNvPicPr>
          <p:nvPr/>
        </p:nvPicPr>
        <p:blipFill>
          <a:blip r:embed="rId6"/>
          <a:srcRect l="0" r="0" t="0" b="0"/>
          <a:stretch/>
        </p:blipFill>
        <p:spPr>
          <a:xfrm>
            <a:off x="90488" y="3005138"/>
            <a:ext cx="85725" cy="104775"/>
          </a:xfrm>
          <a:prstGeom prst="rect">
            <a:avLst/>
          </a:prstGeom>
        </p:spPr>
      </p:pic>
      <p:sp>
        <p:nvSpPr>
          <p:cNvPr id="12" name="Text 4"/>
          <p:cNvSpPr/>
          <p:nvPr/>
        </p:nvSpPr>
        <p:spPr>
          <a:xfrm>
            <a:off x="223838" y="3005138"/>
            <a:ext cx="1976438" cy="162447"/>
          </a:xfrm>
          <a:prstGeom prst="rect">
            <a:avLst/>
          </a:prstGeom>
          <a:noFill/>
          <a:ln/>
        </p:spPr>
        <p:txBody>
          <a:bodyPr wrap="square" lIns="0" tIns="0" rIns="0" bIns="0" rtlCol="0" anchor="t"/>
          <a:lstStyle/>
          <a:p>
            <a:pPr algn="l" indent="0" marL="0">
              <a:lnSpc>
                <a:spcPts val="730"/>
              </a:lnSpc>
              <a:buNone/>
            </a:pPr>
            <a:r>
              <a:rPr lang="en-US" sz="534" dirty="0">
                <a:solidFill>
                  <a:srgbClr val="0B162A">
                    <a:alpha val="99000"/>
                  </a:srgbClr>
                </a:solidFill>
                <a:latin typeface="Manrope" pitchFamily="34" charset="0"/>
                <a:ea typeface="Manrope" pitchFamily="34" charset="-122"/>
                <a:cs typeface="Manrope" pitchFamily="34" charset="-120"/>
              </a:rPr>
              <a:t>Recto impactant</a:t>
            </a:r>
            <a:endParaRPr lang="en-US" sz="534" dirty="0"/>
          </a:p>
        </p:txBody>
      </p:sp>
      <p:pic>
        <p:nvPicPr>
          <p:cNvPr id="13" name="Image 6" descr="preencoded.png">    </p:cNvPr>
          <p:cNvPicPr>
            <a:picLocks noChangeAspect="1"/>
          </p:cNvPicPr>
          <p:nvPr/>
        </p:nvPicPr>
        <p:blipFill>
          <a:blip r:embed="rId7"/>
          <a:srcRect l="0" r="0" t="0" b="0"/>
          <a:stretch/>
        </p:blipFill>
        <p:spPr>
          <a:xfrm>
            <a:off x="85725" y="3167063"/>
            <a:ext cx="85725" cy="104775"/>
          </a:xfrm>
          <a:prstGeom prst="rect">
            <a:avLst/>
          </a:prstGeom>
        </p:spPr>
      </p:pic>
      <p:sp>
        <p:nvSpPr>
          <p:cNvPr id="14" name="Text 5"/>
          <p:cNvSpPr/>
          <p:nvPr/>
        </p:nvSpPr>
        <p:spPr>
          <a:xfrm>
            <a:off x="223838" y="3167063"/>
            <a:ext cx="1976438" cy="162447"/>
          </a:xfrm>
          <a:prstGeom prst="rect">
            <a:avLst/>
          </a:prstGeom>
          <a:noFill/>
          <a:ln/>
        </p:spPr>
        <p:txBody>
          <a:bodyPr wrap="square" lIns="0" tIns="0" rIns="0" bIns="0" rtlCol="0" anchor="t"/>
          <a:lstStyle/>
          <a:p>
            <a:pPr algn="l" indent="0" marL="0">
              <a:lnSpc>
                <a:spcPts val="730"/>
              </a:lnSpc>
              <a:buNone/>
            </a:pPr>
            <a:r>
              <a:rPr lang="en-US" sz="534" dirty="0">
                <a:solidFill>
                  <a:srgbClr val="0B162A">
                    <a:alpha val="99000"/>
                  </a:srgbClr>
                </a:solidFill>
                <a:latin typeface="Manrope" pitchFamily="34" charset="0"/>
                <a:ea typeface="Manrope" pitchFamily="34" charset="-122"/>
                <a:cs typeface="Manrope" pitchFamily="34" charset="-120"/>
              </a:rPr>
              <a:t>Verso informatif</a:t>
            </a:r>
            <a:endParaRPr lang="en-US" sz="534" dirty="0"/>
          </a:p>
        </p:txBody>
      </p:sp>
      <p:pic>
        <p:nvPicPr>
          <p:cNvPr id="15" name="Image 7" descr="preencoded.png">    </p:cNvPr>
          <p:cNvPicPr>
            <a:picLocks noChangeAspect="1"/>
          </p:cNvPicPr>
          <p:nvPr/>
        </p:nvPicPr>
        <p:blipFill>
          <a:blip r:embed="rId8"/>
          <a:srcRect l="0" r="0" t="0" b="0"/>
          <a:stretch/>
        </p:blipFill>
        <p:spPr>
          <a:xfrm>
            <a:off x="90488" y="3338513"/>
            <a:ext cx="85725" cy="104775"/>
          </a:xfrm>
          <a:prstGeom prst="rect">
            <a:avLst/>
          </a:prstGeom>
        </p:spPr>
      </p:pic>
      <p:sp>
        <p:nvSpPr>
          <p:cNvPr id="16" name="Text 6"/>
          <p:cNvSpPr/>
          <p:nvPr/>
        </p:nvSpPr>
        <p:spPr>
          <a:xfrm>
            <a:off x="223838" y="3362325"/>
            <a:ext cx="1976438" cy="162447"/>
          </a:xfrm>
          <a:prstGeom prst="rect">
            <a:avLst/>
          </a:prstGeom>
          <a:noFill/>
          <a:ln/>
        </p:spPr>
        <p:txBody>
          <a:bodyPr wrap="square" lIns="0" tIns="0" rIns="0" bIns="0" rtlCol="0" anchor="t"/>
          <a:lstStyle/>
          <a:p>
            <a:pPr algn="l" indent="0" marL="0">
              <a:lnSpc>
                <a:spcPts val="730"/>
              </a:lnSpc>
              <a:buNone/>
            </a:pPr>
            <a:r>
              <a:rPr lang="en-US" sz="534" dirty="0">
                <a:solidFill>
                  <a:srgbClr val="0B162A">
                    <a:alpha val="99000"/>
                  </a:srgbClr>
                </a:solidFill>
                <a:latin typeface="Manrope" pitchFamily="34" charset="0"/>
                <a:ea typeface="Manrope" pitchFamily="34" charset="-122"/>
                <a:cs typeface="Manrope" pitchFamily="34" charset="-120"/>
              </a:rPr>
              <a:t>Constraste fort</a:t>
            </a:r>
            <a:endParaRPr lang="en-US" sz="534" dirty="0"/>
          </a:p>
        </p:txBody>
      </p:sp>
      <p:sp>
        <p:nvSpPr>
          <p:cNvPr id="17" name="Text 7"/>
          <p:cNvSpPr/>
          <p:nvPr/>
        </p:nvSpPr>
        <p:spPr>
          <a:xfrm>
            <a:off x="5491163" y="4781550"/>
            <a:ext cx="2456610" cy="176213"/>
          </a:xfrm>
          <a:prstGeom prst="rect">
            <a:avLst/>
          </a:prstGeom>
          <a:noFill/>
          <a:ln/>
        </p:spPr>
        <p:txBody>
          <a:bodyPr wrap="square" lIns="0" tIns="0" rIns="0" bIns="0" rtlCol="0" anchor="t"/>
          <a:lstStyle/>
          <a:p>
            <a:pPr algn="l" indent="0" marL="0">
              <a:lnSpc>
                <a:spcPts val="1355"/>
              </a:lnSpc>
              <a:buNone/>
            </a:pPr>
            <a:r>
              <a:rPr lang="en-US" sz="992" b="1" dirty="0">
                <a:solidFill>
                  <a:srgbClr val="000000">
                    <a:alpha val="99000"/>
                  </a:srgbClr>
                </a:solidFill>
                <a:latin typeface="Manrope" pitchFamily="34" charset="0"/>
                <a:ea typeface="Manrope" pitchFamily="34" charset="-122"/>
                <a:cs typeface="Manrope" pitchFamily="34" charset="-120"/>
              </a:rPr>
              <a:t>Verso</a:t>
            </a:r>
            <a:endParaRPr lang="en-US" sz="992" dirty="0"/>
          </a:p>
        </p:txBody>
      </p:sp>
      <p:pic>
        <p:nvPicPr>
          <p:cNvPr id="18" name="Image 8" descr="preencoded.png">    </p:cNvPr>
          <p:cNvPicPr>
            <a:picLocks noChangeAspect="1"/>
          </p:cNvPicPr>
          <p:nvPr/>
        </p:nvPicPr>
        <p:blipFill>
          <a:blip r:embed="rId9"/>
          <a:srcRect l="0" r="0" t="0" b="0"/>
          <a:stretch/>
        </p:blipFill>
        <p:spPr>
          <a:xfrm>
            <a:off x="2738438" y="1062038"/>
            <a:ext cx="5886450" cy="39243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566988" y="266700"/>
            <a:ext cx="7509757" cy="623888"/>
          </a:xfrm>
          <a:prstGeom prst="rect">
            <a:avLst/>
          </a:prstGeom>
          <a:noFill/>
          <a:ln/>
        </p:spPr>
        <p:txBody>
          <a:bodyPr wrap="square" lIns="0" tIns="0" rIns="0" bIns="0" rtlCol="0" anchor="t"/>
          <a:lstStyle/>
          <a:p>
            <a:pPr algn="l" indent="0" marL="0">
              <a:lnSpc>
                <a:spcPts val="4672"/>
              </a:lnSpc>
              <a:buNone/>
            </a:pPr>
            <a:r>
              <a:rPr lang="en-US" sz="3420" b="1" dirty="0">
                <a:solidFill>
                  <a:srgbClr val="0B162A">
                    <a:alpha val="99000"/>
                  </a:srgbClr>
                </a:solidFill>
                <a:latin typeface="Manrope" pitchFamily="34" charset="0"/>
                <a:ea typeface="Manrope" pitchFamily="34" charset="-122"/>
                <a:cs typeface="Manrope" pitchFamily="34" charset="-120"/>
              </a:rPr>
              <a:t>CARTE DE VISITE NOMINATIVE</a:t>
            </a:r>
            <a:endParaRPr lang="en-US" sz="3420" dirty="0"/>
          </a:p>
        </p:txBody>
      </p:sp>
      <p:pic>
        <p:nvPicPr>
          <p:cNvPr id="3" name="Image 0" descr="preencoded.png">    </p:cNvPr>
          <p:cNvPicPr>
            <a:picLocks noChangeAspect="1"/>
          </p:cNvPicPr>
          <p:nvPr/>
        </p:nvPicPr>
        <p:blipFill>
          <a:blip r:embed="rId1"/>
          <a:srcRect l="0" r="0" t="0" b="0"/>
          <a:stretch/>
        </p:blipFill>
        <p:spPr>
          <a:xfrm>
            <a:off x="19050" y="1069181"/>
            <a:ext cx="2181225" cy="9525"/>
          </a:xfrm>
          <a:prstGeom prst="rect">
            <a:avLst/>
          </a:prstGeom>
        </p:spPr>
      </p:pic>
      <p:pic>
        <p:nvPicPr>
          <p:cNvPr id="4" name="Image 1" descr="preencoded.png">    </p:cNvPr>
          <p:cNvPicPr>
            <a:picLocks noChangeAspect="1"/>
          </p:cNvPicPr>
          <p:nvPr/>
        </p:nvPicPr>
        <p:blipFill>
          <a:blip r:embed="rId2"/>
          <a:srcRect l="0" r="0" t="0" b="0"/>
          <a:stretch/>
        </p:blipFill>
        <p:spPr>
          <a:xfrm>
            <a:off x="2343150" y="0"/>
            <a:ext cx="42863" cy="5143562"/>
          </a:xfrm>
          <a:prstGeom prst="rect">
            <a:avLst/>
          </a:prstGeom>
        </p:spPr>
      </p:pic>
      <p:pic>
        <p:nvPicPr>
          <p:cNvPr id="5" name="Image 2" descr="preencoded.png">    </p:cNvPr>
          <p:cNvPicPr>
            <a:picLocks noChangeAspect="1"/>
          </p:cNvPicPr>
          <p:nvPr/>
        </p:nvPicPr>
        <p:blipFill>
          <a:blip r:embed="rId3"/>
          <a:srcRect l="0" r="0" t="0" b="0"/>
          <a:stretch/>
        </p:blipFill>
        <p:spPr>
          <a:xfrm>
            <a:off x="309563" y="9525"/>
            <a:ext cx="1404938" cy="1052513"/>
          </a:xfrm>
          <a:prstGeom prst="rect">
            <a:avLst/>
          </a:prstGeom>
        </p:spPr>
      </p:pic>
      <p:sp>
        <p:nvSpPr>
          <p:cNvPr id="6" name="Text 1"/>
          <p:cNvSpPr/>
          <p:nvPr/>
        </p:nvSpPr>
        <p:spPr>
          <a:xfrm>
            <a:off x="85725" y="1453286"/>
            <a:ext cx="2114550" cy="151677"/>
          </a:xfrm>
          <a:prstGeom prst="rect">
            <a:avLst/>
          </a:prstGeom>
          <a:noFill/>
          <a:ln/>
        </p:spPr>
        <p:txBody>
          <a:bodyPr wrap="square" lIns="0" tIns="0" rIns="0" bIns="0" rtlCol="0" anchor="t"/>
          <a:lstStyle/>
          <a:p>
            <a:pPr algn="l" indent="0" marL="0">
              <a:lnSpc>
                <a:spcPts val="1166"/>
              </a:lnSpc>
              <a:buNone/>
            </a:pPr>
            <a:r>
              <a:rPr lang="en-US" sz="854" dirty="0">
                <a:solidFill>
                  <a:srgbClr val="0B162A">
                    <a:alpha val="99000"/>
                  </a:srgbClr>
                </a:solidFill>
                <a:latin typeface="Manrope" pitchFamily="34" charset="0"/>
                <a:ea typeface="Manrope" pitchFamily="34" charset="-122"/>
                <a:cs typeface="Manrope" pitchFamily="34" charset="-120"/>
              </a:rPr>
              <a:t>La carte de visite ALT nominative est un véritable outil d’identification et de communication.  Elle permet à chaque collaborateur de présenter clairement son identité, son poste et ses coordonnées.  Son design soigné renforce l’image professionnelle d’ALT et facilite les échanges avec les clients, partenaires et collaborateurs.  Pensée pour être simple, lisible et mémorable, elle assure une présentation cohérente de l’entreprise à chaque rencontre.</a:t>
            </a:r>
            <a:endParaRPr lang="en-US" sz="854" dirty="0"/>
          </a:p>
        </p:txBody>
      </p:sp>
      <p:sp>
        <p:nvSpPr>
          <p:cNvPr id="7" name="Text 2"/>
          <p:cNvSpPr/>
          <p:nvPr/>
        </p:nvSpPr>
        <p:spPr>
          <a:xfrm>
            <a:off x="223838" y="4700588"/>
            <a:ext cx="4491038" cy="149701"/>
          </a:xfrm>
          <a:prstGeom prst="rect">
            <a:avLst/>
          </a:prstGeom>
          <a:noFill/>
          <a:ln/>
        </p:spPr>
        <p:txBody>
          <a:bodyPr wrap="square" lIns="0" tIns="0" rIns="0" bIns="0" rtlCol="0" anchor="t"/>
          <a:lstStyle/>
          <a:p>
            <a:pPr algn="l" indent="0" marL="0">
              <a:lnSpc>
                <a:spcPts val="730"/>
              </a:lnSpc>
              <a:buNone/>
            </a:pPr>
            <a:r>
              <a:rPr lang="en-US" sz="534" dirty="0">
                <a:solidFill>
                  <a:srgbClr val="FFFFFF">
                    <a:alpha val="99000"/>
                  </a:srgbClr>
                </a:solidFill>
                <a:latin typeface="Manrope" pitchFamily="34" charset="0"/>
                <a:ea typeface="Manrope" pitchFamily="34" charset="-122"/>
                <a:cs typeface="Manrope" pitchFamily="34" charset="-120"/>
              </a:rPr>
              <a:t>            </a:t>
            </a:r>
            <a:pPr algn="l" indent="0" marL="0">
              <a:lnSpc>
                <a:spcPts val="730"/>
              </a:lnSpc>
              <a:buNone/>
            </a:pPr>
            <a:r>
              <a:rPr lang="en-US" sz="534" dirty="0">
                <a:solidFill>
                  <a:srgbClr val="2E3B46">
                    <a:alpha val="99000"/>
                  </a:srgbClr>
                </a:solidFill>
                <a:latin typeface="Manrope" pitchFamily="34" charset="0"/>
                <a:ea typeface="Manrope" pitchFamily="34" charset="-122"/>
                <a:cs typeface="Manrope" pitchFamily="34" charset="-120"/>
              </a:rPr>
              <a:t>NOTRE IDENTITÉ. NOS VALEURS. </a:t>
            </a:r>
            <a:pPr algn="l" indent="0" marL="0">
              <a:lnSpc>
                <a:spcPts val="730"/>
              </a:lnSpc>
              <a:buNone/>
            </a:pPr>
            <a:r>
              <a:rPr lang="en-US" sz="534" dirty="0">
                <a:solidFill>
                  <a:srgbClr val="005CFF">
                    <a:alpha val="99000"/>
                  </a:srgbClr>
                </a:solidFill>
                <a:latin typeface="Manrope" pitchFamily="34" charset="0"/>
                <a:ea typeface="Manrope" pitchFamily="34" charset="-122"/>
                <a:cs typeface="Manrope" pitchFamily="34" charset="-120"/>
              </a:rPr>
              <a:t>VOTRE CONFIANCE.</a:t>
            </a:r>
            <a:endParaRPr lang="en-US" sz="534" dirty="0"/>
          </a:p>
        </p:txBody>
      </p:sp>
      <p:pic>
        <p:nvPicPr>
          <p:cNvPr id="8" name="Image 3" descr="preencoded.png">    </p:cNvPr>
          <p:cNvPicPr>
            <a:picLocks noChangeAspect="1"/>
          </p:cNvPicPr>
          <p:nvPr/>
        </p:nvPicPr>
        <p:blipFill>
          <a:blip r:embed="rId4"/>
          <a:srcRect l="0" r="0" t="0" b="0"/>
          <a:stretch/>
        </p:blipFill>
        <p:spPr>
          <a:xfrm>
            <a:off x="2566988" y="4476750"/>
            <a:ext cx="6410339" cy="19050"/>
          </a:xfrm>
          <a:prstGeom prst="rect">
            <a:avLst/>
          </a:prstGeom>
        </p:spPr>
      </p:pic>
      <p:pic>
        <p:nvPicPr>
          <p:cNvPr id="9" name="Image 4" descr="preencoded.png">    </p:cNvPr>
          <p:cNvPicPr>
            <a:picLocks noChangeAspect="1"/>
          </p:cNvPicPr>
          <p:nvPr/>
        </p:nvPicPr>
        <p:blipFill>
          <a:blip r:embed="rId5"/>
          <a:srcRect l="0" r="0" t="0" b="0"/>
          <a:stretch/>
        </p:blipFill>
        <p:spPr>
          <a:xfrm>
            <a:off x="90488" y="4614863"/>
            <a:ext cx="233362" cy="233362"/>
          </a:xfrm>
          <a:prstGeom prst="rect">
            <a:avLst/>
          </a:prstGeom>
        </p:spPr>
      </p:pic>
      <p:pic>
        <p:nvPicPr>
          <p:cNvPr id="10" name="Image 5" descr="preencoded.png">    </p:cNvPr>
          <p:cNvPicPr>
            <a:picLocks noChangeAspect="1"/>
          </p:cNvPicPr>
          <p:nvPr/>
        </p:nvPicPr>
        <p:blipFill>
          <a:blip r:embed="rId6"/>
          <a:srcRect l="0" r="0" t="0" b="0"/>
          <a:stretch/>
        </p:blipFill>
        <p:spPr>
          <a:xfrm>
            <a:off x="2566988" y="1071563"/>
            <a:ext cx="6410339" cy="19050"/>
          </a:xfrm>
          <a:prstGeom prst="rect">
            <a:avLst/>
          </a:prstGeom>
        </p:spPr>
      </p:pic>
      <p:sp>
        <p:nvSpPr>
          <p:cNvPr id="11" name="Text 3"/>
          <p:cNvSpPr/>
          <p:nvPr/>
        </p:nvSpPr>
        <p:spPr>
          <a:xfrm>
            <a:off x="7562850" y="4762500"/>
            <a:ext cx="1323975" cy="471488"/>
          </a:xfrm>
          <a:prstGeom prst="rect">
            <a:avLst/>
          </a:prstGeom>
          <a:noFill/>
          <a:ln/>
        </p:spPr>
        <p:txBody>
          <a:bodyPr wrap="square" lIns="0" tIns="0" rIns="0" bIns="0" rtlCol="0" anchor="t"/>
          <a:lstStyle/>
          <a:p>
            <a:pPr algn="r" indent="0" marL="0">
              <a:lnSpc>
                <a:spcPts val="1557"/>
              </a:lnSpc>
              <a:buNone/>
            </a:pPr>
            <a:r>
              <a:rPr lang="en-US" sz="1140" dirty="0">
                <a:solidFill>
                  <a:srgbClr val="0B162A">
                    <a:alpha val="99000"/>
                  </a:srgbClr>
                </a:solidFill>
                <a:latin typeface="Manrope" pitchFamily="34" charset="0"/>
                <a:ea typeface="Manrope" pitchFamily="34" charset="-122"/>
                <a:cs typeface="Manrope" pitchFamily="34" charset="-120"/>
              </a:rPr>
              <a:t>19</a:t>
            </a:r>
            <a:pPr algn="r" indent="0" marL="0">
              <a:lnSpc>
                <a:spcPts val="1557"/>
              </a:lnSpc>
              <a:buNone/>
            </a:pPr>
            <a:r>
              <a:rPr lang="en-US" sz="1140" dirty="0">
                <a:solidFill>
                  <a:srgbClr val="005CFF">
                    <a:alpha val="99000"/>
                  </a:srgbClr>
                </a:solidFill>
                <a:latin typeface="Manrope" pitchFamily="34" charset="0"/>
                <a:ea typeface="Manrope" pitchFamily="34" charset="-122"/>
                <a:cs typeface="Manrope" pitchFamily="34" charset="-120"/>
              </a:rPr>
              <a:t>/</a:t>
            </a:r>
            <a:pPr algn="r"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 </a:t>
            </a:r>
            <a:pPr algn="r" indent="0" marL="0">
              <a:lnSpc>
                <a:spcPts val="1557"/>
              </a:lnSpc>
              <a:buNone/>
            </a:pPr>
            <a:r>
              <a:rPr lang="en-US" sz="1140" dirty="0">
                <a:solidFill>
                  <a:srgbClr val="0B162A">
                    <a:alpha val="99000"/>
                  </a:srgbClr>
                </a:solidFill>
                <a:latin typeface="Manrope" pitchFamily="34" charset="0"/>
                <a:ea typeface="Manrope" pitchFamily="34" charset="-122"/>
                <a:cs typeface="Manrope" pitchFamily="34" charset="-120"/>
              </a:rPr>
              <a:t>22</a:t>
            </a:r>
            <a:endParaRPr lang="en-US" sz="1140" dirty="0"/>
          </a:p>
        </p:txBody>
      </p:sp>
      <p:pic>
        <p:nvPicPr>
          <p:cNvPr id="12" name="Image 6" descr="preencoded.png">    </p:cNvPr>
          <p:cNvPicPr>
            <a:picLocks noChangeAspect="1"/>
          </p:cNvPicPr>
          <p:nvPr/>
        </p:nvPicPr>
        <p:blipFill>
          <a:blip r:embed="rId7"/>
          <a:srcRect l="0" r="0" t="0" b="0"/>
          <a:stretch/>
        </p:blipFill>
        <p:spPr>
          <a:xfrm>
            <a:off x="2452688" y="1081088"/>
            <a:ext cx="3395663" cy="3395663"/>
          </a:xfrm>
          <a:prstGeom prst="rect">
            <a:avLst/>
          </a:prstGeom>
        </p:spPr>
      </p:pic>
      <p:sp>
        <p:nvSpPr>
          <p:cNvPr id="13" name="Text 4"/>
          <p:cNvSpPr/>
          <p:nvPr/>
        </p:nvSpPr>
        <p:spPr>
          <a:xfrm>
            <a:off x="5400675" y="4633913"/>
            <a:ext cx="2456610" cy="176213"/>
          </a:xfrm>
          <a:prstGeom prst="rect">
            <a:avLst/>
          </a:prstGeom>
          <a:noFill/>
          <a:ln/>
        </p:spPr>
        <p:txBody>
          <a:bodyPr wrap="square" lIns="0" tIns="0" rIns="0" bIns="0" rtlCol="0" anchor="t"/>
          <a:lstStyle/>
          <a:p>
            <a:pPr algn="l" indent="0" marL="0">
              <a:lnSpc>
                <a:spcPts val="1355"/>
              </a:lnSpc>
              <a:buNone/>
            </a:pPr>
            <a:r>
              <a:rPr lang="en-US" sz="992" b="1" dirty="0">
                <a:solidFill>
                  <a:srgbClr val="000000">
                    <a:alpha val="99000"/>
                  </a:srgbClr>
                </a:solidFill>
                <a:latin typeface="Manrope" pitchFamily="34" charset="0"/>
                <a:ea typeface="Manrope" pitchFamily="34" charset="-122"/>
                <a:cs typeface="Manrope" pitchFamily="34" charset="-120"/>
              </a:rPr>
              <a:t>Recto</a:t>
            </a:r>
            <a:endParaRPr lang="en-US" sz="992" dirty="0"/>
          </a:p>
        </p:txBody>
      </p:sp>
      <p:pic>
        <p:nvPicPr>
          <p:cNvPr id="14" name="Image 7" descr="preencoded.png">    </p:cNvPr>
          <p:cNvPicPr>
            <a:picLocks noChangeAspect="1"/>
          </p:cNvPicPr>
          <p:nvPr/>
        </p:nvPicPr>
        <p:blipFill>
          <a:blip r:embed="rId8"/>
          <a:srcRect l="0" r="0" t="0" b="0"/>
          <a:stretch/>
        </p:blipFill>
        <p:spPr>
          <a:xfrm>
            <a:off x="5581650" y="1081088"/>
            <a:ext cx="3395663" cy="339566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566988" y="266700"/>
            <a:ext cx="7509757" cy="623888"/>
          </a:xfrm>
          <a:prstGeom prst="rect">
            <a:avLst/>
          </a:prstGeom>
          <a:noFill/>
          <a:ln/>
        </p:spPr>
        <p:txBody>
          <a:bodyPr wrap="square" lIns="0" tIns="0" rIns="0" bIns="0" rtlCol="0" anchor="t"/>
          <a:lstStyle/>
          <a:p>
            <a:pPr algn="l" indent="0" marL="0">
              <a:lnSpc>
                <a:spcPts val="4722"/>
              </a:lnSpc>
              <a:buNone/>
            </a:pPr>
            <a:r>
              <a:rPr lang="en-US" sz="3457" b="1" dirty="0">
                <a:solidFill>
                  <a:srgbClr val="0B162A">
                    <a:alpha val="99000"/>
                  </a:srgbClr>
                </a:solidFill>
                <a:latin typeface="Manrope" pitchFamily="34" charset="0"/>
                <a:ea typeface="Manrope" pitchFamily="34" charset="-122"/>
                <a:cs typeface="Manrope" pitchFamily="34" charset="-120"/>
              </a:rPr>
              <a:t>ICONOGRAPHIQUE</a:t>
            </a:r>
            <a:endParaRPr lang="en-US" sz="3457" dirty="0"/>
          </a:p>
        </p:txBody>
      </p:sp>
      <p:pic>
        <p:nvPicPr>
          <p:cNvPr id="3" name="Image 0" descr="preencoded.png">    </p:cNvPr>
          <p:cNvPicPr>
            <a:picLocks noChangeAspect="1"/>
          </p:cNvPicPr>
          <p:nvPr/>
        </p:nvPicPr>
        <p:blipFill>
          <a:blip r:embed="rId1"/>
          <a:srcRect l="0" r="0" t="0" b="0"/>
          <a:stretch/>
        </p:blipFill>
        <p:spPr>
          <a:xfrm>
            <a:off x="19050" y="1069181"/>
            <a:ext cx="2181225" cy="9525"/>
          </a:xfrm>
          <a:prstGeom prst="rect">
            <a:avLst/>
          </a:prstGeom>
        </p:spPr>
      </p:pic>
      <p:pic>
        <p:nvPicPr>
          <p:cNvPr id="4" name="Image 1" descr="preencoded.png">    </p:cNvPr>
          <p:cNvPicPr>
            <a:picLocks noChangeAspect="1"/>
          </p:cNvPicPr>
          <p:nvPr/>
        </p:nvPicPr>
        <p:blipFill>
          <a:blip r:embed="rId2"/>
          <a:srcRect l="0" r="-28571" t="0" b="0"/>
          <a:stretch/>
        </p:blipFill>
        <p:spPr>
          <a:xfrm>
            <a:off x="2343150" y="0"/>
            <a:ext cx="42863" cy="5143500"/>
          </a:xfrm>
          <a:prstGeom prst="rect">
            <a:avLst/>
          </a:prstGeom>
        </p:spPr>
      </p:pic>
      <p:pic>
        <p:nvPicPr>
          <p:cNvPr id="5" name="Image 2" descr="preencoded.png">    </p:cNvPr>
          <p:cNvPicPr>
            <a:picLocks noChangeAspect="1"/>
          </p:cNvPicPr>
          <p:nvPr/>
        </p:nvPicPr>
        <p:blipFill>
          <a:blip r:embed="rId3"/>
          <a:srcRect l="0" r="0" t="0" b="0"/>
          <a:stretch/>
        </p:blipFill>
        <p:spPr>
          <a:xfrm>
            <a:off x="309563" y="9525"/>
            <a:ext cx="1404938" cy="1052513"/>
          </a:xfrm>
          <a:prstGeom prst="rect">
            <a:avLst/>
          </a:prstGeom>
        </p:spPr>
      </p:pic>
      <p:sp>
        <p:nvSpPr>
          <p:cNvPr id="6" name="Text 1"/>
          <p:cNvSpPr/>
          <p:nvPr/>
        </p:nvSpPr>
        <p:spPr>
          <a:xfrm>
            <a:off x="85725" y="1276350"/>
            <a:ext cx="2257425" cy="161925"/>
          </a:xfrm>
          <a:prstGeom prst="rect">
            <a:avLst/>
          </a:prstGeom>
          <a:noFill/>
          <a:ln/>
        </p:spPr>
        <p:txBody>
          <a:bodyPr wrap="square" lIns="0" tIns="0" rIns="0" bIns="0" rtlCol="0" anchor="t"/>
          <a:lstStyle/>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L'iconographie ALT s'appuie sur des</a:t>
            </a:r>
            <a:endParaRPr lang="en-US" sz="911" dirty="0"/>
          </a:p>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formes simples e t lisibles pour illustrer</a:t>
            </a:r>
            <a:endParaRPr lang="en-US" sz="911" dirty="0"/>
          </a:p>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nos expertises et accompagner</a:t>
            </a:r>
            <a:endParaRPr lang="en-US" sz="911" dirty="0"/>
          </a:p>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nos messages avec clarté. DÉVELOPPEMENT HÉBERGEMENT SÉCURITÉ</a:t>
            </a:r>
            <a:endParaRPr lang="en-US" sz="911" dirty="0"/>
          </a:p>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Cohérente avec notre identité</a:t>
            </a:r>
            <a:endParaRPr lang="en-US" sz="911" dirty="0"/>
          </a:p>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visuelle, elle renforce la compréhension</a:t>
            </a:r>
            <a:endParaRPr lang="en-US" sz="911" dirty="0"/>
          </a:p>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et la mémorisation d e nos contenus</a:t>
            </a:r>
            <a:endParaRPr lang="en-US" sz="911" dirty="0"/>
          </a:p>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digitaux.</a:t>
            </a:r>
            <a:endParaRPr lang="en-US" sz="911" dirty="0"/>
          </a:p>
        </p:txBody>
      </p:sp>
      <p:sp>
        <p:nvSpPr>
          <p:cNvPr id="7" name="Text 2"/>
          <p:cNvSpPr/>
          <p:nvPr/>
        </p:nvSpPr>
        <p:spPr>
          <a:xfrm>
            <a:off x="223838" y="4672013"/>
            <a:ext cx="4491038" cy="149701"/>
          </a:xfrm>
          <a:prstGeom prst="rect">
            <a:avLst/>
          </a:prstGeom>
          <a:noFill/>
          <a:ln/>
        </p:spPr>
        <p:txBody>
          <a:bodyPr wrap="square" lIns="0" tIns="0" rIns="0" bIns="0" rtlCol="0" anchor="t"/>
          <a:lstStyle/>
          <a:p>
            <a:pPr algn="l" indent="0" marL="0">
              <a:lnSpc>
                <a:spcPts val="730"/>
              </a:lnSpc>
              <a:buNone/>
            </a:pPr>
            <a:r>
              <a:rPr lang="en-US" sz="534" dirty="0">
                <a:solidFill>
                  <a:srgbClr val="FFFFFF">
                    <a:alpha val="99000"/>
                  </a:srgbClr>
                </a:solidFill>
                <a:latin typeface="Manrope" pitchFamily="34" charset="0"/>
                <a:ea typeface="Manrope" pitchFamily="34" charset="-122"/>
                <a:cs typeface="Manrope" pitchFamily="34" charset="-120"/>
              </a:rPr>
              <a:t>            </a:t>
            </a:r>
            <a:pPr algn="l" indent="0" marL="0">
              <a:lnSpc>
                <a:spcPts val="730"/>
              </a:lnSpc>
              <a:buNone/>
            </a:pPr>
            <a:r>
              <a:rPr lang="en-US" sz="534" dirty="0">
                <a:solidFill>
                  <a:srgbClr val="2E3B46">
                    <a:alpha val="99000"/>
                  </a:srgbClr>
                </a:solidFill>
                <a:latin typeface="Manrope" pitchFamily="34" charset="0"/>
                <a:ea typeface="Manrope" pitchFamily="34" charset="-122"/>
                <a:cs typeface="Manrope" pitchFamily="34" charset="-120"/>
              </a:rPr>
              <a:t>NOTRE IDENTITÉ. NOS VALEURS. </a:t>
            </a:r>
            <a:pPr algn="l" indent="0" marL="0">
              <a:lnSpc>
                <a:spcPts val="730"/>
              </a:lnSpc>
              <a:buNone/>
            </a:pPr>
            <a:r>
              <a:rPr lang="en-US" sz="534" dirty="0">
                <a:solidFill>
                  <a:srgbClr val="005CFF">
                    <a:alpha val="99000"/>
                  </a:srgbClr>
                </a:solidFill>
                <a:latin typeface="Manrope" pitchFamily="34" charset="0"/>
                <a:ea typeface="Manrope" pitchFamily="34" charset="-122"/>
                <a:cs typeface="Manrope" pitchFamily="34" charset="-120"/>
              </a:rPr>
              <a:t>VOTRE CONFIANCE.</a:t>
            </a:r>
            <a:endParaRPr lang="en-US" sz="534" dirty="0"/>
          </a:p>
        </p:txBody>
      </p:sp>
      <p:pic>
        <p:nvPicPr>
          <p:cNvPr id="8" name="Image 3" descr="preencoded.png">    </p:cNvPr>
          <p:cNvPicPr>
            <a:picLocks noChangeAspect="1"/>
          </p:cNvPicPr>
          <p:nvPr/>
        </p:nvPicPr>
        <p:blipFill>
          <a:blip r:embed="rId4"/>
          <a:srcRect l="0" r="0" t="0" b="0"/>
          <a:stretch/>
        </p:blipFill>
        <p:spPr>
          <a:xfrm>
            <a:off x="90488" y="4614863"/>
            <a:ext cx="233362" cy="233362"/>
          </a:xfrm>
          <a:prstGeom prst="rect">
            <a:avLst/>
          </a:prstGeom>
        </p:spPr>
      </p:pic>
      <p:pic>
        <p:nvPicPr>
          <p:cNvPr id="9" name="Image 4" descr="preencoded.png">    </p:cNvPr>
          <p:cNvPicPr>
            <a:picLocks noChangeAspect="1"/>
          </p:cNvPicPr>
          <p:nvPr/>
        </p:nvPicPr>
        <p:blipFill>
          <a:blip r:embed="rId5"/>
          <a:srcRect l="0" r="0" t="0" b="0"/>
          <a:stretch/>
        </p:blipFill>
        <p:spPr>
          <a:xfrm>
            <a:off x="2566988" y="1071563"/>
            <a:ext cx="6577022" cy="19050"/>
          </a:xfrm>
          <a:prstGeom prst="rect">
            <a:avLst/>
          </a:prstGeom>
        </p:spPr>
      </p:pic>
      <p:sp>
        <p:nvSpPr>
          <p:cNvPr id="10" name="Text 3"/>
          <p:cNvSpPr/>
          <p:nvPr/>
        </p:nvSpPr>
        <p:spPr>
          <a:xfrm>
            <a:off x="7348538" y="4314825"/>
            <a:ext cx="1323975" cy="471488"/>
          </a:xfrm>
          <a:prstGeom prst="rect">
            <a:avLst/>
          </a:prstGeom>
          <a:noFill/>
          <a:ln/>
        </p:spPr>
        <p:txBody>
          <a:bodyPr wrap="square" lIns="0" tIns="0" rIns="0" bIns="0" rtlCol="0" anchor="t"/>
          <a:lstStyle/>
          <a:p>
            <a:pPr algn="r" indent="0" marL="0">
              <a:lnSpc>
                <a:spcPts val="1557"/>
              </a:lnSpc>
              <a:buNone/>
            </a:pPr>
            <a:r>
              <a:rPr lang="en-US" sz="1140" dirty="0">
                <a:solidFill>
                  <a:srgbClr val="0B162A">
                    <a:alpha val="99000"/>
                  </a:srgbClr>
                </a:solidFill>
                <a:latin typeface="Manrope" pitchFamily="34" charset="0"/>
                <a:ea typeface="Manrope" pitchFamily="34" charset="-122"/>
                <a:cs typeface="Manrope" pitchFamily="34" charset="-120"/>
              </a:rPr>
              <a:t>20</a:t>
            </a:r>
            <a:pPr algn="r"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 </a:t>
            </a:r>
            <a:pPr algn="r" indent="0" marL="0">
              <a:lnSpc>
                <a:spcPts val="1557"/>
              </a:lnSpc>
              <a:buNone/>
            </a:pPr>
            <a:r>
              <a:rPr lang="en-US" sz="1140" dirty="0">
                <a:solidFill>
                  <a:srgbClr val="005CFF">
                    <a:alpha val="99000"/>
                  </a:srgbClr>
                </a:solidFill>
                <a:latin typeface="Manrope" pitchFamily="34" charset="0"/>
                <a:ea typeface="Manrope" pitchFamily="34" charset="-122"/>
                <a:cs typeface="Manrope" pitchFamily="34" charset="-120"/>
              </a:rPr>
              <a:t>/</a:t>
            </a:r>
            <a:pPr algn="r"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 </a:t>
            </a:r>
            <a:pPr algn="r" indent="0" marL="0">
              <a:lnSpc>
                <a:spcPts val="1557"/>
              </a:lnSpc>
              <a:buNone/>
            </a:pPr>
            <a:r>
              <a:rPr lang="en-US" sz="1140" dirty="0">
                <a:solidFill>
                  <a:srgbClr val="0B162A">
                    <a:alpha val="99000"/>
                  </a:srgbClr>
                </a:solidFill>
                <a:latin typeface="Manrope" pitchFamily="34" charset="0"/>
                <a:ea typeface="Manrope" pitchFamily="34" charset="-122"/>
                <a:cs typeface="Manrope" pitchFamily="34" charset="-120"/>
              </a:rPr>
              <a:t>22</a:t>
            </a:r>
            <a:endParaRPr lang="en-US" sz="1140" dirty="0"/>
          </a:p>
        </p:txBody>
      </p:sp>
      <p:pic>
        <p:nvPicPr>
          <p:cNvPr id="11" name="Image 5" descr="preencoded.png">    </p:cNvPr>
          <p:cNvPicPr>
            <a:picLocks noChangeAspect="1"/>
          </p:cNvPicPr>
          <p:nvPr/>
        </p:nvPicPr>
        <p:blipFill>
          <a:blip r:embed="rId6"/>
          <a:srcRect l="0" r="0" t="0" b="0"/>
          <a:stretch/>
        </p:blipFill>
        <p:spPr>
          <a:xfrm>
            <a:off x="90488" y="3405188"/>
            <a:ext cx="85725" cy="104775"/>
          </a:xfrm>
          <a:prstGeom prst="rect">
            <a:avLst/>
          </a:prstGeom>
        </p:spPr>
      </p:pic>
      <p:sp>
        <p:nvSpPr>
          <p:cNvPr id="12" name="Text 4"/>
          <p:cNvSpPr/>
          <p:nvPr/>
        </p:nvSpPr>
        <p:spPr>
          <a:xfrm>
            <a:off x="266700" y="3405188"/>
            <a:ext cx="1976438" cy="162447"/>
          </a:xfrm>
          <a:prstGeom prst="rect">
            <a:avLst/>
          </a:prstGeom>
          <a:noFill/>
          <a:ln/>
        </p:spPr>
        <p:txBody>
          <a:bodyPr wrap="square" lIns="0" tIns="0" rIns="0" bIns="0" rtlCol="0" anchor="t"/>
          <a:lstStyle/>
          <a:p>
            <a:pPr algn="l" indent="0" marL="0">
              <a:lnSpc>
                <a:spcPts val="730"/>
              </a:lnSpc>
              <a:buNone/>
            </a:pPr>
            <a:r>
              <a:rPr lang="en-US" sz="534" dirty="0">
                <a:solidFill>
                  <a:srgbClr val="0B162A">
                    <a:alpha val="99000"/>
                  </a:srgbClr>
                </a:solidFill>
                <a:latin typeface="Manrope" pitchFamily="34" charset="0"/>
                <a:ea typeface="Manrope" pitchFamily="34" charset="-122"/>
                <a:cs typeface="Manrope" pitchFamily="34" charset="-120"/>
              </a:rPr>
              <a:t>Traits fins et réguliers</a:t>
            </a:r>
            <a:endParaRPr lang="en-US" sz="534" dirty="0"/>
          </a:p>
        </p:txBody>
      </p:sp>
      <p:pic>
        <p:nvPicPr>
          <p:cNvPr id="13" name="Image 6" descr="preencoded.png">    </p:cNvPr>
          <p:cNvPicPr>
            <a:picLocks noChangeAspect="1"/>
          </p:cNvPicPr>
          <p:nvPr/>
        </p:nvPicPr>
        <p:blipFill>
          <a:blip r:embed="rId7"/>
          <a:srcRect l="0" r="0" t="0" b="0"/>
          <a:stretch/>
        </p:blipFill>
        <p:spPr>
          <a:xfrm>
            <a:off x="85725" y="3667125"/>
            <a:ext cx="85725" cy="104775"/>
          </a:xfrm>
          <a:prstGeom prst="rect">
            <a:avLst/>
          </a:prstGeom>
        </p:spPr>
      </p:pic>
      <p:sp>
        <p:nvSpPr>
          <p:cNvPr id="14" name="Text 5"/>
          <p:cNvSpPr/>
          <p:nvPr/>
        </p:nvSpPr>
        <p:spPr>
          <a:xfrm>
            <a:off x="266700" y="3667125"/>
            <a:ext cx="1976438" cy="162447"/>
          </a:xfrm>
          <a:prstGeom prst="rect">
            <a:avLst/>
          </a:prstGeom>
          <a:noFill/>
          <a:ln/>
        </p:spPr>
        <p:txBody>
          <a:bodyPr wrap="square" lIns="0" tIns="0" rIns="0" bIns="0" rtlCol="0" anchor="t"/>
          <a:lstStyle/>
          <a:p>
            <a:pPr algn="l" indent="0" marL="0">
              <a:lnSpc>
                <a:spcPts val="730"/>
              </a:lnSpc>
              <a:buNone/>
            </a:pPr>
            <a:r>
              <a:rPr lang="en-US" sz="534" dirty="0">
                <a:solidFill>
                  <a:srgbClr val="0B162A">
                    <a:alpha val="99000"/>
                  </a:srgbClr>
                </a:solidFill>
                <a:latin typeface="Manrope" pitchFamily="34" charset="0"/>
                <a:ea typeface="Manrope" pitchFamily="34" charset="-122"/>
                <a:cs typeface="Manrope" pitchFamily="34" charset="-120"/>
              </a:rPr>
              <a:t>Angles adoucis</a:t>
            </a:r>
            <a:endParaRPr lang="en-US" sz="534" dirty="0"/>
          </a:p>
        </p:txBody>
      </p:sp>
      <p:pic>
        <p:nvPicPr>
          <p:cNvPr id="15" name="Image 7" descr="preencoded.png">    </p:cNvPr>
          <p:cNvPicPr>
            <a:picLocks noChangeAspect="1"/>
          </p:cNvPicPr>
          <p:nvPr/>
        </p:nvPicPr>
        <p:blipFill>
          <a:blip r:embed="rId8"/>
          <a:srcRect l="0" r="0" t="0" b="0"/>
          <a:stretch/>
        </p:blipFill>
        <p:spPr>
          <a:xfrm>
            <a:off x="90488" y="4010025"/>
            <a:ext cx="85725" cy="104775"/>
          </a:xfrm>
          <a:prstGeom prst="rect">
            <a:avLst/>
          </a:prstGeom>
        </p:spPr>
      </p:pic>
      <p:sp>
        <p:nvSpPr>
          <p:cNvPr id="16" name="Text 6"/>
          <p:cNvSpPr/>
          <p:nvPr/>
        </p:nvSpPr>
        <p:spPr>
          <a:xfrm>
            <a:off x="266700" y="4010025"/>
            <a:ext cx="1976438" cy="162447"/>
          </a:xfrm>
          <a:prstGeom prst="rect">
            <a:avLst/>
          </a:prstGeom>
          <a:noFill/>
          <a:ln/>
        </p:spPr>
        <p:txBody>
          <a:bodyPr wrap="square" lIns="0" tIns="0" rIns="0" bIns="0" rtlCol="0" anchor="t"/>
          <a:lstStyle/>
          <a:p>
            <a:pPr algn="l" indent="0" marL="0">
              <a:lnSpc>
                <a:spcPts val="730"/>
              </a:lnSpc>
              <a:buNone/>
            </a:pPr>
            <a:r>
              <a:rPr lang="en-US" sz="534" dirty="0">
                <a:solidFill>
                  <a:srgbClr val="0B162A">
                    <a:alpha val="99000"/>
                  </a:srgbClr>
                </a:solidFill>
                <a:latin typeface="Manrope" pitchFamily="34" charset="0"/>
                <a:ea typeface="Manrope" pitchFamily="34" charset="-122"/>
                <a:cs typeface="Manrope" pitchFamily="34" charset="-120"/>
              </a:rPr>
              <a:t>Accent bleu maitrisé</a:t>
            </a:r>
            <a:endParaRPr lang="en-US" sz="534" dirty="0"/>
          </a:p>
        </p:txBody>
      </p:sp>
      <p:pic>
        <p:nvPicPr>
          <p:cNvPr id="17" name="Image 8" descr="preencoded.png">    </p:cNvPr>
          <p:cNvPicPr>
            <a:picLocks noChangeAspect="1"/>
          </p:cNvPicPr>
          <p:nvPr/>
        </p:nvPicPr>
        <p:blipFill>
          <a:blip r:embed="rId9"/>
          <a:srcRect l="0" r="0" t="0" b="0"/>
          <a:stretch/>
        </p:blipFill>
        <p:spPr>
          <a:xfrm>
            <a:off x="2566988" y="1276350"/>
            <a:ext cx="738188" cy="738188"/>
          </a:xfrm>
          <a:prstGeom prst="rect">
            <a:avLst/>
          </a:prstGeom>
        </p:spPr>
      </p:pic>
      <p:pic>
        <p:nvPicPr>
          <p:cNvPr id="18" name="Image 9" descr="preencoded.png">    </p:cNvPr>
          <p:cNvPicPr>
            <a:picLocks noChangeAspect="1"/>
          </p:cNvPicPr>
          <p:nvPr/>
        </p:nvPicPr>
        <p:blipFill>
          <a:blip r:embed="rId10"/>
          <a:srcRect l="0" r="0" t="0" b="0"/>
          <a:stretch/>
        </p:blipFill>
        <p:spPr>
          <a:xfrm>
            <a:off x="4024313" y="1252538"/>
            <a:ext cx="790575" cy="790575"/>
          </a:xfrm>
          <a:prstGeom prst="rect">
            <a:avLst/>
          </a:prstGeom>
        </p:spPr>
      </p:pic>
      <p:pic>
        <p:nvPicPr>
          <p:cNvPr id="19" name="Image 10" descr="preencoded.png">    </p:cNvPr>
          <p:cNvPicPr>
            <a:picLocks noChangeAspect="1"/>
          </p:cNvPicPr>
          <p:nvPr/>
        </p:nvPicPr>
        <p:blipFill>
          <a:blip r:embed="rId11"/>
          <a:srcRect l="0" r="0" t="0" b="0"/>
          <a:stretch/>
        </p:blipFill>
        <p:spPr>
          <a:xfrm>
            <a:off x="5481638" y="1276350"/>
            <a:ext cx="738188" cy="738188"/>
          </a:xfrm>
          <a:prstGeom prst="rect">
            <a:avLst/>
          </a:prstGeom>
        </p:spPr>
      </p:pic>
      <p:pic>
        <p:nvPicPr>
          <p:cNvPr id="20" name="Image 11" descr="preencoded.png">    </p:cNvPr>
          <p:cNvPicPr>
            <a:picLocks noChangeAspect="1"/>
          </p:cNvPicPr>
          <p:nvPr/>
        </p:nvPicPr>
        <p:blipFill>
          <a:blip r:embed="rId12"/>
          <a:srcRect l="0" r="0" t="0" b="0"/>
          <a:stretch/>
        </p:blipFill>
        <p:spPr>
          <a:xfrm>
            <a:off x="6886575" y="1276350"/>
            <a:ext cx="766763" cy="766763"/>
          </a:xfrm>
          <a:prstGeom prst="rect">
            <a:avLst/>
          </a:prstGeom>
        </p:spPr>
      </p:pic>
      <p:pic>
        <p:nvPicPr>
          <p:cNvPr id="21" name="Image 12" descr="preencoded.png">    </p:cNvPr>
          <p:cNvPicPr>
            <a:picLocks noChangeAspect="1"/>
          </p:cNvPicPr>
          <p:nvPr/>
        </p:nvPicPr>
        <p:blipFill>
          <a:blip r:embed="rId13"/>
          <a:srcRect l="0" r="0" t="0" b="0"/>
          <a:stretch/>
        </p:blipFill>
        <p:spPr>
          <a:xfrm>
            <a:off x="2566988" y="2528888"/>
            <a:ext cx="738188" cy="738188"/>
          </a:xfrm>
          <a:prstGeom prst="rect">
            <a:avLst/>
          </a:prstGeom>
        </p:spPr>
      </p:pic>
      <p:pic>
        <p:nvPicPr>
          <p:cNvPr id="22" name="Image 13" descr="preencoded.png">    </p:cNvPr>
          <p:cNvPicPr>
            <a:picLocks noChangeAspect="1"/>
          </p:cNvPicPr>
          <p:nvPr/>
        </p:nvPicPr>
        <p:blipFill>
          <a:blip r:embed="rId14"/>
          <a:srcRect l="0" r="0" t="0" b="0"/>
          <a:stretch/>
        </p:blipFill>
        <p:spPr>
          <a:xfrm>
            <a:off x="4029075" y="2528888"/>
            <a:ext cx="785813" cy="785813"/>
          </a:xfrm>
          <a:prstGeom prst="rect">
            <a:avLst/>
          </a:prstGeom>
        </p:spPr>
      </p:pic>
      <p:sp>
        <p:nvSpPr>
          <p:cNvPr id="23" name="Text 7"/>
          <p:cNvSpPr/>
          <p:nvPr/>
        </p:nvSpPr>
        <p:spPr>
          <a:xfrm>
            <a:off x="3919537" y="2147888"/>
            <a:ext cx="995363" cy="176213"/>
          </a:xfrm>
          <a:prstGeom prst="rect">
            <a:avLst/>
          </a:prstGeom>
          <a:noFill/>
          <a:ln/>
        </p:spPr>
        <p:txBody>
          <a:bodyPr wrap="square" lIns="0" tIns="0" rIns="0" bIns="0" rtlCol="0" anchor="t"/>
          <a:lstStyle/>
          <a:p>
            <a:pPr algn="l" indent="0" marL="0">
              <a:lnSpc>
                <a:spcPts val="1355"/>
              </a:lnSpc>
              <a:buNone/>
            </a:pPr>
            <a:r>
              <a:rPr lang="en-US" sz="992" dirty="0">
                <a:solidFill>
                  <a:srgbClr val="000000">
                    <a:alpha val="99000"/>
                  </a:srgbClr>
                </a:solidFill>
                <a:latin typeface="Manrope" pitchFamily="34" charset="0"/>
                <a:ea typeface="Manrope" pitchFamily="34" charset="-122"/>
                <a:cs typeface="Manrope" pitchFamily="34" charset="-120"/>
              </a:rPr>
              <a:t>Hébergement</a:t>
            </a:r>
            <a:endParaRPr lang="en-US" sz="992" dirty="0"/>
          </a:p>
        </p:txBody>
      </p:sp>
      <p:pic>
        <p:nvPicPr>
          <p:cNvPr id="24" name="Image 14" descr="preencoded.png">    </p:cNvPr>
          <p:cNvPicPr>
            <a:picLocks noChangeAspect="1"/>
          </p:cNvPicPr>
          <p:nvPr/>
        </p:nvPicPr>
        <p:blipFill>
          <a:blip r:embed="rId15"/>
          <a:srcRect l="0" r="0" t="0" b="0"/>
          <a:stretch/>
        </p:blipFill>
        <p:spPr>
          <a:xfrm>
            <a:off x="5481638" y="2481263"/>
            <a:ext cx="738188" cy="738188"/>
          </a:xfrm>
          <a:prstGeom prst="rect">
            <a:avLst/>
          </a:prstGeom>
        </p:spPr>
      </p:pic>
      <p:pic>
        <p:nvPicPr>
          <p:cNvPr id="25" name="Image 15" descr="preencoded.png">    </p:cNvPr>
          <p:cNvPicPr>
            <a:picLocks noChangeAspect="1"/>
          </p:cNvPicPr>
          <p:nvPr/>
        </p:nvPicPr>
        <p:blipFill>
          <a:blip r:embed="rId16"/>
          <a:srcRect l="0" r="0" t="0" b="0"/>
          <a:stretch/>
        </p:blipFill>
        <p:spPr>
          <a:xfrm>
            <a:off x="6886575" y="2481263"/>
            <a:ext cx="766763" cy="766763"/>
          </a:xfrm>
          <a:prstGeom prst="rect">
            <a:avLst/>
          </a:prstGeom>
        </p:spPr>
      </p:pic>
      <p:pic>
        <p:nvPicPr>
          <p:cNvPr id="26" name="Image 16" descr="preencoded.png">    </p:cNvPr>
          <p:cNvPicPr>
            <a:picLocks noChangeAspect="1"/>
          </p:cNvPicPr>
          <p:nvPr/>
        </p:nvPicPr>
        <p:blipFill>
          <a:blip r:embed="rId17"/>
          <a:srcRect l="0" r="0" t="0" b="0"/>
          <a:stretch/>
        </p:blipFill>
        <p:spPr>
          <a:xfrm>
            <a:off x="4029075" y="3890962"/>
            <a:ext cx="809625" cy="809625"/>
          </a:xfrm>
          <a:prstGeom prst="rect">
            <a:avLst/>
          </a:prstGeom>
        </p:spPr>
      </p:pic>
      <p:pic>
        <p:nvPicPr>
          <p:cNvPr id="27" name="Image 17" descr="preencoded.png">    </p:cNvPr>
          <p:cNvPicPr>
            <a:picLocks noChangeAspect="1"/>
          </p:cNvPicPr>
          <p:nvPr/>
        </p:nvPicPr>
        <p:blipFill>
          <a:blip r:embed="rId18"/>
          <a:srcRect l="0" r="0" t="0" b="0"/>
          <a:stretch/>
        </p:blipFill>
        <p:spPr>
          <a:xfrm>
            <a:off x="5481638" y="3890962"/>
            <a:ext cx="781050" cy="781050"/>
          </a:xfrm>
          <a:prstGeom prst="rect">
            <a:avLst/>
          </a:prstGeom>
        </p:spPr>
      </p:pic>
      <p:sp>
        <p:nvSpPr>
          <p:cNvPr id="28" name="Text 8"/>
          <p:cNvSpPr/>
          <p:nvPr/>
        </p:nvSpPr>
        <p:spPr>
          <a:xfrm>
            <a:off x="2471738" y="2147888"/>
            <a:ext cx="995363" cy="176213"/>
          </a:xfrm>
          <a:prstGeom prst="rect">
            <a:avLst/>
          </a:prstGeom>
          <a:noFill/>
          <a:ln/>
        </p:spPr>
        <p:txBody>
          <a:bodyPr wrap="square" lIns="0" tIns="0" rIns="0" bIns="0" rtlCol="0" anchor="t"/>
          <a:lstStyle/>
          <a:p>
            <a:pPr algn="l" indent="0" marL="0">
              <a:lnSpc>
                <a:spcPts val="1355"/>
              </a:lnSpc>
              <a:buNone/>
            </a:pPr>
            <a:r>
              <a:rPr lang="en-US" sz="992" dirty="0">
                <a:solidFill>
                  <a:srgbClr val="000000">
                    <a:alpha val="99000"/>
                  </a:srgbClr>
                </a:solidFill>
                <a:latin typeface="Manrope" pitchFamily="34" charset="0"/>
                <a:ea typeface="Manrope" pitchFamily="34" charset="-122"/>
                <a:cs typeface="Manrope" pitchFamily="34" charset="-120"/>
              </a:rPr>
              <a:t>Développement</a:t>
            </a:r>
            <a:endParaRPr lang="en-US" sz="992" dirty="0"/>
          </a:p>
        </p:txBody>
      </p:sp>
      <p:sp>
        <p:nvSpPr>
          <p:cNvPr id="29" name="Text 9"/>
          <p:cNvSpPr/>
          <p:nvPr/>
        </p:nvSpPr>
        <p:spPr>
          <a:xfrm>
            <a:off x="5591175" y="2157413"/>
            <a:ext cx="995363" cy="176213"/>
          </a:xfrm>
          <a:prstGeom prst="rect">
            <a:avLst/>
          </a:prstGeom>
          <a:noFill/>
          <a:ln/>
        </p:spPr>
        <p:txBody>
          <a:bodyPr wrap="square" lIns="0" tIns="0" rIns="0" bIns="0" rtlCol="0" anchor="t"/>
          <a:lstStyle/>
          <a:p>
            <a:pPr algn="l" indent="0" marL="0">
              <a:lnSpc>
                <a:spcPts val="1355"/>
              </a:lnSpc>
              <a:buNone/>
            </a:pPr>
            <a:r>
              <a:rPr lang="en-US" sz="992" dirty="0">
                <a:solidFill>
                  <a:srgbClr val="000000">
                    <a:alpha val="99000"/>
                  </a:srgbClr>
                </a:solidFill>
                <a:latin typeface="Manrope" pitchFamily="34" charset="0"/>
                <a:ea typeface="Manrope" pitchFamily="34" charset="-122"/>
                <a:cs typeface="Manrope" pitchFamily="34" charset="-120"/>
              </a:rPr>
              <a:t>Sécurité</a:t>
            </a:r>
            <a:endParaRPr lang="en-US" sz="992" dirty="0"/>
          </a:p>
        </p:txBody>
      </p:sp>
      <p:sp>
        <p:nvSpPr>
          <p:cNvPr id="30" name="Text 10"/>
          <p:cNvSpPr/>
          <p:nvPr/>
        </p:nvSpPr>
        <p:spPr>
          <a:xfrm>
            <a:off x="6991350" y="2171700"/>
            <a:ext cx="995363" cy="176213"/>
          </a:xfrm>
          <a:prstGeom prst="rect">
            <a:avLst/>
          </a:prstGeom>
          <a:noFill/>
          <a:ln/>
        </p:spPr>
        <p:txBody>
          <a:bodyPr wrap="square" lIns="0" tIns="0" rIns="0" bIns="0" rtlCol="0" anchor="t"/>
          <a:lstStyle/>
          <a:p>
            <a:pPr algn="l" indent="0" marL="0">
              <a:lnSpc>
                <a:spcPts val="1355"/>
              </a:lnSpc>
              <a:buNone/>
            </a:pPr>
            <a:r>
              <a:rPr lang="en-US" sz="992" dirty="0">
                <a:solidFill>
                  <a:srgbClr val="000000">
                    <a:alpha val="99000"/>
                  </a:srgbClr>
                </a:solidFill>
                <a:latin typeface="Manrope" pitchFamily="34" charset="0"/>
                <a:ea typeface="Manrope" pitchFamily="34" charset="-122"/>
                <a:cs typeface="Manrope" pitchFamily="34" charset="-120"/>
              </a:rPr>
              <a:t>Analytique</a:t>
            </a:r>
            <a:endParaRPr lang="en-US" sz="992" dirty="0"/>
          </a:p>
        </p:txBody>
      </p:sp>
      <p:sp>
        <p:nvSpPr>
          <p:cNvPr id="31" name="Text 11"/>
          <p:cNvSpPr/>
          <p:nvPr/>
        </p:nvSpPr>
        <p:spPr>
          <a:xfrm>
            <a:off x="2566988" y="3524250"/>
            <a:ext cx="995363" cy="176213"/>
          </a:xfrm>
          <a:prstGeom prst="rect">
            <a:avLst/>
          </a:prstGeom>
          <a:noFill/>
          <a:ln/>
        </p:spPr>
        <p:txBody>
          <a:bodyPr wrap="square" lIns="0" tIns="0" rIns="0" bIns="0" rtlCol="0" anchor="t"/>
          <a:lstStyle/>
          <a:p>
            <a:pPr algn="l" indent="0" marL="0">
              <a:lnSpc>
                <a:spcPts val="1355"/>
              </a:lnSpc>
              <a:buNone/>
            </a:pPr>
            <a:r>
              <a:rPr lang="en-US" sz="992" dirty="0">
                <a:solidFill>
                  <a:srgbClr val="000000">
                    <a:alpha val="99000"/>
                  </a:srgbClr>
                </a:solidFill>
                <a:latin typeface="Manrope" pitchFamily="34" charset="0"/>
                <a:ea typeface="Manrope" pitchFamily="34" charset="-122"/>
                <a:cs typeface="Manrope" pitchFamily="34" charset="-120"/>
              </a:rPr>
              <a:t>Paramètres</a:t>
            </a:r>
            <a:endParaRPr lang="en-US" sz="992" dirty="0"/>
          </a:p>
        </p:txBody>
      </p:sp>
      <p:sp>
        <p:nvSpPr>
          <p:cNvPr id="32" name="Text 12"/>
          <p:cNvSpPr/>
          <p:nvPr/>
        </p:nvSpPr>
        <p:spPr>
          <a:xfrm>
            <a:off x="3919537" y="3524250"/>
            <a:ext cx="995363" cy="176213"/>
          </a:xfrm>
          <a:prstGeom prst="rect">
            <a:avLst/>
          </a:prstGeom>
          <a:noFill/>
          <a:ln/>
        </p:spPr>
        <p:txBody>
          <a:bodyPr wrap="square" lIns="0" tIns="0" rIns="0" bIns="0" rtlCol="0" anchor="t"/>
          <a:lstStyle/>
          <a:p>
            <a:pPr algn="l" indent="0" marL="0">
              <a:lnSpc>
                <a:spcPts val="1355"/>
              </a:lnSpc>
              <a:buNone/>
            </a:pPr>
            <a:r>
              <a:rPr lang="en-US" sz="992" dirty="0">
                <a:solidFill>
                  <a:srgbClr val="000000">
                    <a:alpha val="99000"/>
                  </a:srgbClr>
                </a:solidFill>
                <a:latin typeface="Manrope" pitchFamily="34" charset="0"/>
                <a:ea typeface="Manrope" pitchFamily="34" charset="-122"/>
                <a:cs typeface="Manrope" pitchFamily="34" charset="-120"/>
              </a:rPr>
              <a:t>Tableau de bord</a:t>
            </a:r>
            <a:endParaRPr lang="en-US" sz="992" dirty="0"/>
          </a:p>
        </p:txBody>
      </p:sp>
      <p:sp>
        <p:nvSpPr>
          <p:cNvPr id="33" name="Text 13"/>
          <p:cNvSpPr/>
          <p:nvPr/>
        </p:nvSpPr>
        <p:spPr>
          <a:xfrm>
            <a:off x="5500688" y="3524250"/>
            <a:ext cx="995363" cy="176213"/>
          </a:xfrm>
          <a:prstGeom prst="rect">
            <a:avLst/>
          </a:prstGeom>
          <a:noFill/>
          <a:ln/>
        </p:spPr>
        <p:txBody>
          <a:bodyPr wrap="square" lIns="0" tIns="0" rIns="0" bIns="0" rtlCol="0" anchor="t"/>
          <a:lstStyle/>
          <a:p>
            <a:pPr algn="l" indent="0" marL="0">
              <a:lnSpc>
                <a:spcPts val="1355"/>
              </a:lnSpc>
              <a:buNone/>
            </a:pPr>
            <a:r>
              <a:rPr lang="en-US" sz="992" dirty="0">
                <a:solidFill>
                  <a:srgbClr val="000000">
                    <a:alpha val="99000"/>
                  </a:srgbClr>
                </a:solidFill>
                <a:latin typeface="Manrope" pitchFamily="34" charset="0"/>
                <a:ea typeface="Manrope" pitchFamily="34" charset="-122"/>
                <a:cs typeface="Manrope" pitchFamily="34" charset="-120"/>
              </a:rPr>
              <a:t>Croisssance</a:t>
            </a:r>
            <a:endParaRPr lang="en-US" sz="992" dirty="0"/>
          </a:p>
        </p:txBody>
      </p:sp>
      <p:sp>
        <p:nvSpPr>
          <p:cNvPr id="34" name="Text 14"/>
          <p:cNvSpPr/>
          <p:nvPr/>
        </p:nvSpPr>
        <p:spPr>
          <a:xfrm>
            <a:off x="7015163" y="3524250"/>
            <a:ext cx="995363" cy="176213"/>
          </a:xfrm>
          <a:prstGeom prst="rect">
            <a:avLst/>
          </a:prstGeom>
          <a:noFill/>
          <a:ln/>
        </p:spPr>
        <p:txBody>
          <a:bodyPr wrap="square" lIns="0" tIns="0" rIns="0" bIns="0" rtlCol="0" anchor="t"/>
          <a:lstStyle/>
          <a:p>
            <a:pPr algn="l" indent="0" marL="0">
              <a:lnSpc>
                <a:spcPts val="1355"/>
              </a:lnSpc>
              <a:buNone/>
            </a:pPr>
            <a:r>
              <a:rPr lang="en-US" sz="992" dirty="0">
                <a:solidFill>
                  <a:srgbClr val="000000">
                    <a:alpha val="99000"/>
                  </a:srgbClr>
                </a:solidFill>
                <a:latin typeface="Manrope" pitchFamily="34" charset="0"/>
                <a:ea typeface="Manrope" pitchFamily="34" charset="-122"/>
                <a:cs typeface="Manrope" pitchFamily="34" charset="-120"/>
              </a:rPr>
              <a:t>Projets</a:t>
            </a:r>
            <a:endParaRPr lang="en-US" sz="992" dirty="0"/>
          </a:p>
        </p:txBody>
      </p:sp>
      <p:sp>
        <p:nvSpPr>
          <p:cNvPr id="35" name="Text 15"/>
          <p:cNvSpPr/>
          <p:nvPr/>
        </p:nvSpPr>
        <p:spPr>
          <a:xfrm>
            <a:off x="4214813" y="4819650"/>
            <a:ext cx="995363" cy="176213"/>
          </a:xfrm>
          <a:prstGeom prst="rect">
            <a:avLst/>
          </a:prstGeom>
          <a:noFill/>
          <a:ln/>
        </p:spPr>
        <p:txBody>
          <a:bodyPr wrap="square" lIns="0" tIns="0" rIns="0" bIns="0" rtlCol="0" anchor="t"/>
          <a:lstStyle/>
          <a:p>
            <a:pPr algn="l" indent="0" marL="0">
              <a:lnSpc>
                <a:spcPts val="1355"/>
              </a:lnSpc>
              <a:buNone/>
            </a:pPr>
            <a:r>
              <a:rPr lang="en-US" sz="992" dirty="0">
                <a:solidFill>
                  <a:srgbClr val="000000">
                    <a:alpha val="99000"/>
                  </a:srgbClr>
                </a:solidFill>
                <a:latin typeface="Manrope" pitchFamily="34" charset="0"/>
                <a:ea typeface="Manrope" pitchFamily="34" charset="-122"/>
                <a:cs typeface="Manrope" pitchFamily="34" charset="-120"/>
              </a:rPr>
              <a:t>Mobile</a:t>
            </a:r>
            <a:endParaRPr lang="en-US" sz="992" dirty="0"/>
          </a:p>
        </p:txBody>
      </p:sp>
      <p:sp>
        <p:nvSpPr>
          <p:cNvPr id="36" name="Text 16"/>
          <p:cNvSpPr/>
          <p:nvPr/>
        </p:nvSpPr>
        <p:spPr>
          <a:xfrm>
            <a:off x="5672138" y="4786313"/>
            <a:ext cx="438150" cy="176213"/>
          </a:xfrm>
          <a:prstGeom prst="rect">
            <a:avLst/>
          </a:prstGeom>
          <a:noFill/>
          <a:ln/>
        </p:spPr>
        <p:txBody>
          <a:bodyPr wrap="square" lIns="0" tIns="0" rIns="0" bIns="0" rtlCol="0" anchor="t"/>
          <a:lstStyle/>
          <a:p>
            <a:pPr algn="l" indent="0" marL="0">
              <a:lnSpc>
                <a:spcPts val="1355"/>
              </a:lnSpc>
              <a:buNone/>
            </a:pPr>
            <a:r>
              <a:rPr lang="en-US" sz="992" dirty="0">
                <a:solidFill>
                  <a:srgbClr val="000000">
                    <a:alpha val="99000"/>
                  </a:srgbClr>
                </a:solidFill>
                <a:latin typeface="Manrope" pitchFamily="34" charset="0"/>
                <a:ea typeface="Manrope" pitchFamily="34" charset="-122"/>
                <a:cs typeface="Manrope" pitchFamily="34" charset="-120"/>
              </a:rPr>
              <a:t>Équipe</a:t>
            </a:r>
            <a:endParaRPr lang="en-US" sz="992"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566988" y="266700"/>
            <a:ext cx="7509757" cy="623888"/>
          </a:xfrm>
          <a:prstGeom prst="rect">
            <a:avLst/>
          </a:prstGeom>
          <a:noFill/>
          <a:ln/>
        </p:spPr>
        <p:txBody>
          <a:bodyPr wrap="square" lIns="0" tIns="0" rIns="0" bIns="0" rtlCol="0" anchor="t"/>
          <a:lstStyle/>
          <a:p>
            <a:pPr algn="l" indent="0" marL="0">
              <a:lnSpc>
                <a:spcPts val="4722"/>
              </a:lnSpc>
              <a:buNone/>
            </a:pPr>
            <a:r>
              <a:rPr lang="en-US" sz="3457" b="1" dirty="0">
                <a:solidFill>
                  <a:srgbClr val="0B162A">
                    <a:alpha val="99000"/>
                  </a:srgbClr>
                </a:solidFill>
                <a:latin typeface="Manrope" pitchFamily="34" charset="0"/>
                <a:ea typeface="Manrope" pitchFamily="34" charset="-122"/>
                <a:cs typeface="Manrope" pitchFamily="34" charset="-120"/>
              </a:rPr>
              <a:t>CONTACT</a:t>
            </a:r>
            <a:endParaRPr lang="en-US" sz="3457" dirty="0"/>
          </a:p>
        </p:txBody>
      </p:sp>
      <p:pic>
        <p:nvPicPr>
          <p:cNvPr id="3" name="Image 0" descr="preencoded.png">    </p:cNvPr>
          <p:cNvPicPr>
            <a:picLocks noChangeAspect="1"/>
          </p:cNvPicPr>
          <p:nvPr/>
        </p:nvPicPr>
        <p:blipFill>
          <a:blip r:embed="rId1"/>
          <a:srcRect l="0" r="0" t="0" b="0"/>
          <a:stretch/>
        </p:blipFill>
        <p:spPr>
          <a:xfrm>
            <a:off x="19050" y="1069181"/>
            <a:ext cx="2181225" cy="9525"/>
          </a:xfrm>
          <a:prstGeom prst="rect">
            <a:avLst/>
          </a:prstGeom>
        </p:spPr>
      </p:pic>
      <p:pic>
        <p:nvPicPr>
          <p:cNvPr id="4" name="Image 1" descr="preencoded.png">    </p:cNvPr>
          <p:cNvPicPr>
            <a:picLocks noChangeAspect="1"/>
          </p:cNvPicPr>
          <p:nvPr/>
        </p:nvPicPr>
        <p:blipFill>
          <a:blip r:embed="rId2"/>
          <a:srcRect l="0" r="-28571" t="0" b="0"/>
          <a:stretch/>
        </p:blipFill>
        <p:spPr>
          <a:xfrm>
            <a:off x="2343150" y="0"/>
            <a:ext cx="42863" cy="5143500"/>
          </a:xfrm>
          <a:prstGeom prst="rect">
            <a:avLst/>
          </a:prstGeom>
        </p:spPr>
      </p:pic>
      <p:pic>
        <p:nvPicPr>
          <p:cNvPr id="5" name="Image 2" descr="preencoded.png">    </p:cNvPr>
          <p:cNvPicPr>
            <a:picLocks noChangeAspect="1"/>
          </p:cNvPicPr>
          <p:nvPr/>
        </p:nvPicPr>
        <p:blipFill>
          <a:blip r:embed="rId3"/>
          <a:srcRect l="0" r="0" t="0" b="0"/>
          <a:stretch/>
        </p:blipFill>
        <p:spPr>
          <a:xfrm>
            <a:off x="309563" y="9525"/>
            <a:ext cx="1404938" cy="1052513"/>
          </a:xfrm>
          <a:prstGeom prst="rect">
            <a:avLst/>
          </a:prstGeom>
        </p:spPr>
      </p:pic>
      <p:sp>
        <p:nvSpPr>
          <p:cNvPr id="6" name="Text 1"/>
          <p:cNvSpPr/>
          <p:nvPr/>
        </p:nvSpPr>
        <p:spPr>
          <a:xfrm>
            <a:off x="85725" y="1276350"/>
            <a:ext cx="2257425" cy="161925"/>
          </a:xfrm>
          <a:prstGeom prst="rect">
            <a:avLst/>
          </a:prstGeom>
          <a:noFill/>
          <a:ln/>
        </p:spPr>
        <p:txBody>
          <a:bodyPr wrap="square" lIns="0" tIns="0" rIns="0" bIns="0" rtlCol="0" anchor="t"/>
          <a:lstStyle/>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Vous avez un projet, une question</a:t>
            </a:r>
            <a:endParaRPr lang="en-US" sz="911" dirty="0"/>
          </a:p>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o u l'envie de collaborer avec nous ?</a:t>
            </a:r>
            <a:endParaRPr lang="en-US" sz="911" dirty="0"/>
          </a:p>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Nous serions ravis d'échanger avec</a:t>
            </a:r>
            <a:endParaRPr lang="en-US" sz="911" dirty="0"/>
          </a:p>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vous.</a:t>
            </a:r>
            <a:endParaRPr lang="en-US" sz="911" dirty="0"/>
          </a:p>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Notre équipe est à votre écoute</a:t>
            </a:r>
            <a:endParaRPr lang="en-US" sz="911" dirty="0"/>
          </a:p>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pour vous accompagner dans la</a:t>
            </a:r>
            <a:endParaRPr lang="en-US" sz="911" dirty="0"/>
          </a:p>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création d'expériences web</a:t>
            </a:r>
            <a:endParaRPr lang="en-US" sz="911" dirty="0"/>
          </a:p>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pertinentes, performantes et</a:t>
            </a:r>
            <a:endParaRPr lang="en-US" sz="911" dirty="0"/>
          </a:p>
          <a:p>
            <a:pPr algn="l" indent="0" marL="0">
              <a:lnSpc>
                <a:spcPts val="1245"/>
              </a:lnSpc>
              <a:buNone/>
            </a:pPr>
            <a:r>
              <a:rPr lang="en-US" sz="911" dirty="0">
                <a:solidFill>
                  <a:srgbClr val="0B162A">
                    <a:alpha val="99000"/>
                  </a:srgbClr>
                </a:solidFill>
                <a:latin typeface="Manrope" pitchFamily="34" charset="0"/>
                <a:ea typeface="Manrope" pitchFamily="34" charset="-122"/>
                <a:cs typeface="Manrope" pitchFamily="34" charset="-120"/>
              </a:rPr>
              <a:t>durables.</a:t>
            </a:r>
            <a:endParaRPr lang="en-US" sz="911" dirty="0"/>
          </a:p>
        </p:txBody>
      </p:sp>
      <p:sp>
        <p:nvSpPr>
          <p:cNvPr id="7" name="Text 2"/>
          <p:cNvSpPr/>
          <p:nvPr/>
        </p:nvSpPr>
        <p:spPr>
          <a:xfrm>
            <a:off x="223838" y="4672013"/>
            <a:ext cx="4491038" cy="149701"/>
          </a:xfrm>
          <a:prstGeom prst="rect">
            <a:avLst/>
          </a:prstGeom>
          <a:noFill/>
          <a:ln/>
        </p:spPr>
        <p:txBody>
          <a:bodyPr wrap="square" lIns="0" tIns="0" rIns="0" bIns="0" rtlCol="0" anchor="t"/>
          <a:lstStyle/>
          <a:p>
            <a:pPr algn="l" indent="0" marL="0">
              <a:lnSpc>
                <a:spcPts val="730"/>
              </a:lnSpc>
              <a:buNone/>
            </a:pPr>
            <a:r>
              <a:rPr lang="en-US" sz="534" dirty="0">
                <a:solidFill>
                  <a:srgbClr val="FFFFFF">
                    <a:alpha val="99000"/>
                  </a:srgbClr>
                </a:solidFill>
                <a:latin typeface="Manrope" pitchFamily="34" charset="0"/>
                <a:ea typeface="Manrope" pitchFamily="34" charset="-122"/>
                <a:cs typeface="Manrope" pitchFamily="34" charset="-120"/>
              </a:rPr>
              <a:t>            </a:t>
            </a:r>
            <a:pPr algn="l" indent="0" marL="0">
              <a:lnSpc>
                <a:spcPts val="730"/>
              </a:lnSpc>
              <a:buNone/>
            </a:pPr>
            <a:r>
              <a:rPr lang="en-US" sz="534" dirty="0">
                <a:solidFill>
                  <a:srgbClr val="2E3B46">
                    <a:alpha val="99000"/>
                  </a:srgbClr>
                </a:solidFill>
                <a:latin typeface="Manrope" pitchFamily="34" charset="0"/>
                <a:ea typeface="Manrope" pitchFamily="34" charset="-122"/>
                <a:cs typeface="Manrope" pitchFamily="34" charset="-120"/>
              </a:rPr>
              <a:t>NOTRE IDENTITÉ. NOS VALEURS. </a:t>
            </a:r>
            <a:pPr algn="l" indent="0" marL="0">
              <a:lnSpc>
                <a:spcPts val="730"/>
              </a:lnSpc>
              <a:buNone/>
            </a:pPr>
            <a:r>
              <a:rPr lang="en-US" sz="534" dirty="0">
                <a:solidFill>
                  <a:srgbClr val="005CFF">
                    <a:alpha val="99000"/>
                  </a:srgbClr>
                </a:solidFill>
                <a:latin typeface="Manrope" pitchFamily="34" charset="0"/>
                <a:ea typeface="Manrope" pitchFamily="34" charset="-122"/>
                <a:cs typeface="Manrope" pitchFamily="34" charset="-120"/>
              </a:rPr>
              <a:t>VOTRE CONFIANCE.</a:t>
            </a:r>
            <a:endParaRPr lang="en-US" sz="534" dirty="0"/>
          </a:p>
        </p:txBody>
      </p:sp>
      <p:pic>
        <p:nvPicPr>
          <p:cNvPr id="8" name="Image 3" descr="preencoded.png">    </p:cNvPr>
          <p:cNvPicPr>
            <a:picLocks noChangeAspect="1"/>
          </p:cNvPicPr>
          <p:nvPr/>
        </p:nvPicPr>
        <p:blipFill>
          <a:blip r:embed="rId4"/>
          <a:srcRect l="0" r="0" t="0" b="0"/>
          <a:stretch/>
        </p:blipFill>
        <p:spPr>
          <a:xfrm>
            <a:off x="90488" y="4614863"/>
            <a:ext cx="233362" cy="233362"/>
          </a:xfrm>
          <a:prstGeom prst="rect">
            <a:avLst/>
          </a:prstGeom>
        </p:spPr>
      </p:pic>
      <p:pic>
        <p:nvPicPr>
          <p:cNvPr id="9" name="Image 4" descr="preencoded.png">    </p:cNvPr>
          <p:cNvPicPr>
            <a:picLocks noChangeAspect="1"/>
          </p:cNvPicPr>
          <p:nvPr/>
        </p:nvPicPr>
        <p:blipFill>
          <a:blip r:embed="rId5"/>
          <a:srcRect l="0" r="0" t="0" b="0"/>
          <a:stretch/>
        </p:blipFill>
        <p:spPr>
          <a:xfrm>
            <a:off x="2566988" y="1071563"/>
            <a:ext cx="6577022" cy="19050"/>
          </a:xfrm>
          <a:prstGeom prst="rect">
            <a:avLst/>
          </a:prstGeom>
        </p:spPr>
      </p:pic>
      <p:sp>
        <p:nvSpPr>
          <p:cNvPr id="10" name="Text 3"/>
          <p:cNvSpPr/>
          <p:nvPr/>
        </p:nvSpPr>
        <p:spPr>
          <a:xfrm>
            <a:off x="7348538" y="4314825"/>
            <a:ext cx="1323975" cy="471488"/>
          </a:xfrm>
          <a:prstGeom prst="rect">
            <a:avLst/>
          </a:prstGeom>
          <a:noFill/>
          <a:ln/>
        </p:spPr>
        <p:txBody>
          <a:bodyPr wrap="square" lIns="0" tIns="0" rIns="0" bIns="0" rtlCol="0" anchor="t"/>
          <a:lstStyle/>
          <a:p>
            <a:pPr algn="r" indent="0" marL="0">
              <a:lnSpc>
                <a:spcPts val="1557"/>
              </a:lnSpc>
              <a:buNone/>
            </a:pPr>
            <a:r>
              <a:rPr lang="en-US" sz="1140" dirty="0">
                <a:solidFill>
                  <a:srgbClr val="0B162A">
                    <a:alpha val="99000"/>
                  </a:srgbClr>
                </a:solidFill>
                <a:latin typeface="Manrope" pitchFamily="34" charset="0"/>
                <a:ea typeface="Manrope" pitchFamily="34" charset="-122"/>
                <a:cs typeface="Manrope" pitchFamily="34" charset="-120"/>
              </a:rPr>
              <a:t>20</a:t>
            </a:r>
            <a:pPr algn="r"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 </a:t>
            </a:r>
            <a:pPr algn="r" indent="0" marL="0">
              <a:lnSpc>
                <a:spcPts val="1557"/>
              </a:lnSpc>
              <a:buNone/>
            </a:pPr>
            <a:r>
              <a:rPr lang="en-US" sz="1140" dirty="0">
                <a:solidFill>
                  <a:srgbClr val="005CFF">
                    <a:alpha val="99000"/>
                  </a:srgbClr>
                </a:solidFill>
                <a:latin typeface="Manrope" pitchFamily="34" charset="0"/>
                <a:ea typeface="Manrope" pitchFamily="34" charset="-122"/>
                <a:cs typeface="Manrope" pitchFamily="34" charset="-120"/>
              </a:rPr>
              <a:t>/</a:t>
            </a:r>
            <a:pPr algn="r"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 </a:t>
            </a:r>
            <a:pPr algn="r" indent="0" marL="0">
              <a:lnSpc>
                <a:spcPts val="1557"/>
              </a:lnSpc>
              <a:buNone/>
            </a:pPr>
            <a:r>
              <a:rPr lang="en-US" sz="1140" dirty="0">
                <a:solidFill>
                  <a:srgbClr val="0B162A">
                    <a:alpha val="99000"/>
                  </a:srgbClr>
                </a:solidFill>
                <a:latin typeface="Manrope" pitchFamily="34" charset="0"/>
                <a:ea typeface="Manrope" pitchFamily="34" charset="-122"/>
                <a:cs typeface="Manrope" pitchFamily="34" charset="-120"/>
              </a:rPr>
              <a:t>22</a:t>
            </a:r>
            <a:endParaRPr lang="en-US" sz="1140" dirty="0"/>
          </a:p>
        </p:txBody>
      </p:sp>
      <p:pic>
        <p:nvPicPr>
          <p:cNvPr id="11" name="Image 5" descr="preencoded.png">    </p:cNvPr>
          <p:cNvPicPr>
            <a:picLocks noChangeAspect="1"/>
          </p:cNvPicPr>
          <p:nvPr/>
        </p:nvPicPr>
        <p:blipFill>
          <a:blip r:embed="rId6"/>
          <a:srcRect l="0" r="0" t="0" b="0"/>
          <a:stretch/>
        </p:blipFill>
        <p:spPr>
          <a:xfrm>
            <a:off x="90488" y="3405188"/>
            <a:ext cx="85725" cy="104775"/>
          </a:xfrm>
          <a:prstGeom prst="rect">
            <a:avLst/>
          </a:prstGeom>
        </p:spPr>
      </p:pic>
      <p:sp>
        <p:nvSpPr>
          <p:cNvPr id="12" name="Text 4"/>
          <p:cNvSpPr/>
          <p:nvPr/>
        </p:nvSpPr>
        <p:spPr>
          <a:xfrm>
            <a:off x="266700" y="3405188"/>
            <a:ext cx="1976438" cy="162447"/>
          </a:xfrm>
          <a:prstGeom prst="rect">
            <a:avLst/>
          </a:prstGeom>
          <a:noFill/>
          <a:ln/>
        </p:spPr>
        <p:txBody>
          <a:bodyPr wrap="square" lIns="0" tIns="0" rIns="0" bIns="0" rtlCol="0" anchor="t"/>
          <a:lstStyle/>
          <a:p>
            <a:pPr algn="l" indent="0" marL="0">
              <a:lnSpc>
                <a:spcPts val="730"/>
              </a:lnSpc>
              <a:buNone/>
            </a:pPr>
            <a:r>
              <a:rPr lang="en-US" sz="534" dirty="0">
                <a:solidFill>
                  <a:srgbClr val="0B162A">
                    <a:alpha val="99000"/>
                  </a:srgbClr>
                </a:solidFill>
                <a:latin typeface="Manrope" pitchFamily="34" charset="0"/>
                <a:ea typeface="Manrope" pitchFamily="34" charset="-122"/>
                <a:cs typeface="Manrope" pitchFamily="34" charset="-120"/>
              </a:rPr>
              <a:t>Traits fins et réguliers</a:t>
            </a:r>
            <a:endParaRPr lang="en-US" sz="534" dirty="0"/>
          </a:p>
        </p:txBody>
      </p:sp>
      <p:pic>
        <p:nvPicPr>
          <p:cNvPr id="13" name="Image 6" descr="preencoded.png">    </p:cNvPr>
          <p:cNvPicPr>
            <a:picLocks noChangeAspect="1"/>
          </p:cNvPicPr>
          <p:nvPr/>
        </p:nvPicPr>
        <p:blipFill>
          <a:blip r:embed="rId7"/>
          <a:srcRect l="0" r="0" t="0" b="0"/>
          <a:stretch/>
        </p:blipFill>
        <p:spPr>
          <a:xfrm>
            <a:off x="85725" y="3667125"/>
            <a:ext cx="85725" cy="104775"/>
          </a:xfrm>
          <a:prstGeom prst="rect">
            <a:avLst/>
          </a:prstGeom>
        </p:spPr>
      </p:pic>
      <p:sp>
        <p:nvSpPr>
          <p:cNvPr id="14" name="Text 5"/>
          <p:cNvSpPr/>
          <p:nvPr/>
        </p:nvSpPr>
        <p:spPr>
          <a:xfrm>
            <a:off x="266700" y="3667125"/>
            <a:ext cx="1976438" cy="162447"/>
          </a:xfrm>
          <a:prstGeom prst="rect">
            <a:avLst/>
          </a:prstGeom>
          <a:noFill/>
          <a:ln/>
        </p:spPr>
        <p:txBody>
          <a:bodyPr wrap="square" lIns="0" tIns="0" rIns="0" bIns="0" rtlCol="0" anchor="t"/>
          <a:lstStyle/>
          <a:p>
            <a:pPr algn="l" indent="0" marL="0">
              <a:lnSpc>
                <a:spcPts val="730"/>
              </a:lnSpc>
              <a:buNone/>
            </a:pPr>
            <a:r>
              <a:rPr lang="en-US" sz="534" dirty="0">
                <a:solidFill>
                  <a:srgbClr val="0B162A">
                    <a:alpha val="99000"/>
                  </a:srgbClr>
                </a:solidFill>
                <a:latin typeface="Manrope" pitchFamily="34" charset="0"/>
                <a:ea typeface="Manrope" pitchFamily="34" charset="-122"/>
                <a:cs typeface="Manrope" pitchFamily="34" charset="-120"/>
              </a:rPr>
              <a:t>Angles adoucis</a:t>
            </a:r>
            <a:endParaRPr lang="en-US" sz="534" dirty="0"/>
          </a:p>
        </p:txBody>
      </p:sp>
      <p:pic>
        <p:nvPicPr>
          <p:cNvPr id="15" name="Image 7" descr="preencoded.png">    </p:cNvPr>
          <p:cNvPicPr>
            <a:picLocks noChangeAspect="1"/>
          </p:cNvPicPr>
          <p:nvPr/>
        </p:nvPicPr>
        <p:blipFill>
          <a:blip r:embed="rId8"/>
          <a:srcRect l="0" r="0" t="0" b="0"/>
          <a:stretch/>
        </p:blipFill>
        <p:spPr>
          <a:xfrm>
            <a:off x="90488" y="4010025"/>
            <a:ext cx="85725" cy="104775"/>
          </a:xfrm>
          <a:prstGeom prst="rect">
            <a:avLst/>
          </a:prstGeom>
        </p:spPr>
      </p:pic>
      <p:sp>
        <p:nvSpPr>
          <p:cNvPr id="16" name="Text 6"/>
          <p:cNvSpPr/>
          <p:nvPr/>
        </p:nvSpPr>
        <p:spPr>
          <a:xfrm>
            <a:off x="3652838" y="1357313"/>
            <a:ext cx="995363" cy="176213"/>
          </a:xfrm>
          <a:prstGeom prst="rect">
            <a:avLst/>
          </a:prstGeom>
          <a:noFill/>
          <a:ln/>
        </p:spPr>
        <p:txBody>
          <a:bodyPr wrap="square" lIns="0" tIns="0" rIns="0" bIns="0" rtlCol="0" anchor="t"/>
          <a:lstStyle/>
          <a:p>
            <a:pPr algn="l" indent="0" marL="0">
              <a:lnSpc>
                <a:spcPts val="1355"/>
              </a:lnSpc>
              <a:buNone/>
            </a:pPr>
            <a:r>
              <a:rPr lang="en-US" sz="992" dirty="0">
                <a:solidFill>
                  <a:srgbClr val="000000">
                    <a:alpha val="99000"/>
                  </a:srgbClr>
                </a:solidFill>
                <a:latin typeface="Manrope" pitchFamily="34" charset="0"/>
                <a:ea typeface="Manrope" pitchFamily="34" charset="-122"/>
                <a:cs typeface="Manrope" pitchFamily="34" charset="-120"/>
              </a:rPr>
              <a:t>E - mail </a:t>
            </a:r>
            <a:endParaRPr lang="en-US" sz="992" dirty="0"/>
          </a:p>
        </p:txBody>
      </p:sp>
      <p:sp>
        <p:nvSpPr>
          <p:cNvPr id="17" name="Text 7"/>
          <p:cNvSpPr/>
          <p:nvPr/>
        </p:nvSpPr>
        <p:spPr>
          <a:xfrm>
            <a:off x="6353175" y="1438275"/>
            <a:ext cx="995363" cy="176213"/>
          </a:xfrm>
          <a:prstGeom prst="rect">
            <a:avLst/>
          </a:prstGeom>
          <a:noFill/>
          <a:ln/>
        </p:spPr>
        <p:txBody>
          <a:bodyPr wrap="square" lIns="0" tIns="0" rIns="0" bIns="0" rtlCol="0" anchor="t"/>
          <a:lstStyle/>
          <a:p>
            <a:pPr algn="l" indent="0" marL="0">
              <a:lnSpc>
                <a:spcPts val="1355"/>
              </a:lnSpc>
              <a:buNone/>
            </a:pPr>
            <a:r>
              <a:rPr lang="en-US" sz="992" dirty="0">
                <a:solidFill>
                  <a:srgbClr val="000000">
                    <a:alpha val="99000"/>
                  </a:srgbClr>
                </a:solidFill>
                <a:latin typeface="Manrope" pitchFamily="34" charset="0"/>
                <a:ea typeface="Manrope" pitchFamily="34" charset="-122"/>
                <a:cs typeface="Manrope" pitchFamily="34" charset="-120"/>
              </a:rPr>
              <a:t>Site - web </a:t>
            </a:r>
            <a:endParaRPr lang="en-US" sz="992" dirty="0"/>
          </a:p>
        </p:txBody>
      </p:sp>
      <p:sp>
        <p:nvSpPr>
          <p:cNvPr id="18" name="Text 8"/>
          <p:cNvSpPr/>
          <p:nvPr/>
        </p:nvSpPr>
        <p:spPr>
          <a:xfrm>
            <a:off x="6319838" y="2638425"/>
            <a:ext cx="995363" cy="176213"/>
          </a:xfrm>
          <a:prstGeom prst="rect">
            <a:avLst/>
          </a:prstGeom>
          <a:noFill/>
          <a:ln/>
        </p:spPr>
        <p:txBody>
          <a:bodyPr wrap="square" lIns="0" tIns="0" rIns="0" bIns="0" rtlCol="0" anchor="t"/>
          <a:lstStyle/>
          <a:p>
            <a:pPr algn="l" indent="0" marL="0">
              <a:lnSpc>
                <a:spcPts val="1355"/>
              </a:lnSpc>
              <a:buNone/>
            </a:pPr>
            <a:r>
              <a:rPr lang="en-US" sz="992" dirty="0">
                <a:solidFill>
                  <a:srgbClr val="000000">
                    <a:alpha val="99000"/>
                  </a:srgbClr>
                </a:solidFill>
                <a:latin typeface="Manrope" pitchFamily="34" charset="0"/>
                <a:ea typeface="Manrope" pitchFamily="34" charset="-122"/>
                <a:cs typeface="Manrope" pitchFamily="34" charset="-120"/>
              </a:rPr>
              <a:t>Instagram</a:t>
            </a:r>
            <a:endParaRPr lang="en-US" sz="992" dirty="0"/>
          </a:p>
        </p:txBody>
      </p:sp>
      <p:sp>
        <p:nvSpPr>
          <p:cNvPr id="19" name="Text 9"/>
          <p:cNvSpPr/>
          <p:nvPr/>
        </p:nvSpPr>
        <p:spPr>
          <a:xfrm>
            <a:off x="6415088" y="4010025"/>
            <a:ext cx="438150" cy="176213"/>
          </a:xfrm>
          <a:prstGeom prst="rect">
            <a:avLst/>
          </a:prstGeom>
          <a:noFill/>
          <a:ln/>
        </p:spPr>
        <p:txBody>
          <a:bodyPr wrap="square" lIns="0" tIns="0" rIns="0" bIns="0" rtlCol="0" anchor="t"/>
          <a:lstStyle/>
          <a:p>
            <a:pPr algn="l" indent="0" marL="0">
              <a:lnSpc>
                <a:spcPts val="1355"/>
              </a:lnSpc>
              <a:buNone/>
            </a:pPr>
            <a:r>
              <a:rPr lang="en-US" sz="992" dirty="0">
                <a:solidFill>
                  <a:srgbClr val="000000">
                    <a:alpha val="99000"/>
                  </a:srgbClr>
                </a:solidFill>
                <a:latin typeface="Manrope" pitchFamily="34" charset="0"/>
                <a:ea typeface="Manrope" pitchFamily="34" charset="-122"/>
                <a:cs typeface="Manrope" pitchFamily="34" charset="-120"/>
              </a:rPr>
              <a:t>Équipe</a:t>
            </a:r>
            <a:endParaRPr lang="en-US" sz="992" dirty="0"/>
          </a:p>
        </p:txBody>
      </p:sp>
      <p:pic>
        <p:nvPicPr>
          <p:cNvPr id="20" name="Image 8" descr="preencoded.png">    </p:cNvPr>
          <p:cNvPicPr>
            <a:picLocks noChangeAspect="1"/>
          </p:cNvPicPr>
          <p:nvPr/>
        </p:nvPicPr>
        <p:blipFill>
          <a:blip r:embed="rId9"/>
          <a:srcRect l="0" r="0" t="0" b="0"/>
          <a:stretch/>
        </p:blipFill>
        <p:spPr>
          <a:xfrm>
            <a:off x="2800350" y="1357313"/>
            <a:ext cx="533400" cy="533400"/>
          </a:xfrm>
          <a:prstGeom prst="rect">
            <a:avLst/>
          </a:prstGeom>
        </p:spPr>
      </p:pic>
      <p:pic>
        <p:nvPicPr>
          <p:cNvPr id="21" name="Image 9" descr="preencoded.png">    </p:cNvPr>
          <p:cNvPicPr>
            <a:picLocks noChangeAspect="1"/>
          </p:cNvPicPr>
          <p:nvPr/>
        </p:nvPicPr>
        <p:blipFill>
          <a:blip r:embed="rId10"/>
          <a:srcRect l="0" r="0" t="0" b="0"/>
          <a:stretch/>
        </p:blipFill>
        <p:spPr>
          <a:xfrm>
            <a:off x="5453063" y="1319213"/>
            <a:ext cx="585788" cy="585788"/>
          </a:xfrm>
          <a:prstGeom prst="rect">
            <a:avLst/>
          </a:prstGeom>
        </p:spPr>
      </p:pic>
      <p:pic>
        <p:nvPicPr>
          <p:cNvPr id="22" name="Image 10" descr="preencoded.png">    </p:cNvPr>
          <p:cNvPicPr>
            <a:picLocks noChangeAspect="1"/>
          </p:cNvPicPr>
          <p:nvPr/>
        </p:nvPicPr>
        <p:blipFill>
          <a:blip r:embed="rId11"/>
          <a:srcRect l="0" r="0" t="0" b="0"/>
          <a:stretch/>
        </p:blipFill>
        <p:spPr>
          <a:xfrm>
            <a:off x="5500688" y="2581275"/>
            <a:ext cx="495300" cy="495300"/>
          </a:xfrm>
          <a:prstGeom prst="rect">
            <a:avLst/>
          </a:prstGeom>
        </p:spPr>
      </p:pic>
      <p:pic>
        <p:nvPicPr>
          <p:cNvPr id="23" name="Image 11" descr="preencoded.png">    </p:cNvPr>
          <p:cNvPicPr>
            <a:picLocks noChangeAspect="1"/>
          </p:cNvPicPr>
          <p:nvPr/>
        </p:nvPicPr>
        <p:blipFill>
          <a:blip r:embed="rId12"/>
          <a:srcRect l="0" r="0" t="0" b="0"/>
          <a:stretch/>
        </p:blipFill>
        <p:spPr>
          <a:xfrm>
            <a:off x="5500688" y="3905250"/>
            <a:ext cx="495300" cy="495300"/>
          </a:xfrm>
          <a:prstGeom prst="rect">
            <a:avLst/>
          </a:prstGeom>
        </p:spPr>
      </p:pic>
      <p:pic>
        <p:nvPicPr>
          <p:cNvPr id="24" name="Image 12" descr="preencoded.png">    </p:cNvPr>
          <p:cNvPicPr>
            <a:picLocks noChangeAspect="1"/>
          </p:cNvPicPr>
          <p:nvPr/>
        </p:nvPicPr>
        <p:blipFill>
          <a:blip r:embed="rId13"/>
          <a:srcRect l="0" r="0" t="0" b="0"/>
          <a:stretch/>
        </p:blipFill>
        <p:spPr>
          <a:xfrm>
            <a:off x="2833688" y="3976687"/>
            <a:ext cx="500063" cy="500063"/>
          </a:xfrm>
          <a:prstGeom prst="rect">
            <a:avLst/>
          </a:prstGeom>
        </p:spPr>
      </p:pic>
      <p:pic>
        <p:nvPicPr>
          <p:cNvPr id="25" name="Image 13" descr="preencoded.png">    </p:cNvPr>
          <p:cNvPicPr>
            <a:picLocks noChangeAspect="1"/>
          </p:cNvPicPr>
          <p:nvPr/>
        </p:nvPicPr>
        <p:blipFill>
          <a:blip r:embed="rId14"/>
          <a:srcRect l="0" r="0" t="0" b="0"/>
          <a:stretch/>
        </p:blipFill>
        <p:spPr>
          <a:xfrm>
            <a:off x="2776538" y="2528888"/>
            <a:ext cx="557213" cy="557213"/>
          </a:xfrm>
          <a:prstGeom prst="rect">
            <a:avLst/>
          </a:prstGeom>
        </p:spPr>
      </p:pic>
      <p:sp>
        <p:nvSpPr>
          <p:cNvPr id="26" name="Text 10"/>
          <p:cNvSpPr/>
          <p:nvPr/>
        </p:nvSpPr>
        <p:spPr>
          <a:xfrm>
            <a:off x="3576638" y="2438400"/>
            <a:ext cx="995363" cy="176213"/>
          </a:xfrm>
          <a:prstGeom prst="rect">
            <a:avLst/>
          </a:prstGeom>
          <a:noFill/>
          <a:ln/>
        </p:spPr>
        <p:txBody>
          <a:bodyPr wrap="square" lIns="0" tIns="0" rIns="0" bIns="0" rtlCol="0" anchor="t"/>
          <a:lstStyle/>
          <a:p>
            <a:pPr algn="l" indent="0" marL="0">
              <a:lnSpc>
                <a:spcPts val="1355"/>
              </a:lnSpc>
              <a:buNone/>
            </a:pPr>
            <a:r>
              <a:rPr lang="en-US" sz="992" dirty="0">
                <a:solidFill>
                  <a:srgbClr val="000000">
                    <a:alpha val="99000"/>
                  </a:srgbClr>
                </a:solidFill>
                <a:latin typeface="Manrope" pitchFamily="34" charset="0"/>
                <a:ea typeface="Manrope" pitchFamily="34" charset="-122"/>
                <a:cs typeface="Manrope" pitchFamily="34" charset="-120"/>
              </a:rPr>
              <a:t>Téléphone</a:t>
            </a:r>
            <a:endParaRPr lang="en-US" sz="992" dirty="0"/>
          </a:p>
        </p:txBody>
      </p:sp>
      <p:sp>
        <p:nvSpPr>
          <p:cNvPr id="27" name="Text 11"/>
          <p:cNvSpPr/>
          <p:nvPr/>
        </p:nvSpPr>
        <p:spPr>
          <a:xfrm>
            <a:off x="3714750" y="4010025"/>
            <a:ext cx="762000" cy="176213"/>
          </a:xfrm>
          <a:prstGeom prst="rect">
            <a:avLst/>
          </a:prstGeom>
          <a:noFill/>
          <a:ln/>
        </p:spPr>
        <p:txBody>
          <a:bodyPr wrap="square" lIns="0" tIns="0" rIns="0" bIns="0" rtlCol="0" anchor="t"/>
          <a:lstStyle/>
          <a:p>
            <a:pPr algn="l" indent="0" marL="0">
              <a:lnSpc>
                <a:spcPts val="1355"/>
              </a:lnSpc>
              <a:buNone/>
            </a:pPr>
            <a:r>
              <a:rPr lang="en-US" sz="992" dirty="0">
                <a:solidFill>
                  <a:srgbClr val="000000">
                    <a:alpha val="99000"/>
                  </a:srgbClr>
                </a:solidFill>
                <a:latin typeface="Manrope" pitchFamily="34" charset="0"/>
                <a:ea typeface="Manrope" pitchFamily="34" charset="-122"/>
                <a:cs typeface="Manrope" pitchFamily="34" charset="-120"/>
              </a:rPr>
              <a:t>Localisation</a:t>
            </a:r>
            <a:endParaRPr lang="en-US" sz="992" dirty="0"/>
          </a:p>
        </p:txBody>
      </p:sp>
      <p:pic>
        <p:nvPicPr>
          <p:cNvPr id="28" name="Image 14" descr="preencoded.png">    </p:cNvPr>
          <p:cNvPicPr>
            <a:picLocks noChangeAspect="1"/>
          </p:cNvPicPr>
          <p:nvPr/>
        </p:nvPicPr>
        <p:blipFill>
          <a:blip r:embed="rId15"/>
          <a:srcRect l="0" r="0" t="0" b="0"/>
          <a:stretch/>
        </p:blipFill>
        <p:spPr>
          <a:xfrm>
            <a:off x="2562225" y="1109663"/>
            <a:ext cx="1004887" cy="1004887"/>
          </a:xfrm>
          <a:prstGeom prst="rect">
            <a:avLst/>
          </a:prstGeom>
        </p:spPr>
      </p:pic>
      <p:pic>
        <p:nvPicPr>
          <p:cNvPr id="29" name="Image 15" descr="preencoded.png">    </p:cNvPr>
          <p:cNvPicPr>
            <a:picLocks noChangeAspect="1"/>
          </p:cNvPicPr>
          <p:nvPr/>
        </p:nvPicPr>
        <p:blipFill>
          <a:blip r:embed="rId16"/>
          <a:srcRect l="0" r="0" t="0" b="0"/>
          <a:stretch/>
        </p:blipFill>
        <p:spPr>
          <a:xfrm>
            <a:off x="2552700" y="2324100"/>
            <a:ext cx="1004887" cy="1004887"/>
          </a:xfrm>
          <a:prstGeom prst="rect">
            <a:avLst/>
          </a:prstGeom>
        </p:spPr>
      </p:pic>
      <p:pic>
        <p:nvPicPr>
          <p:cNvPr id="30" name="Image 16" descr="preencoded.png">    </p:cNvPr>
          <p:cNvPicPr>
            <a:picLocks noChangeAspect="1"/>
          </p:cNvPicPr>
          <p:nvPr/>
        </p:nvPicPr>
        <p:blipFill>
          <a:blip r:embed="rId17"/>
          <a:srcRect l="0" r="0" t="0" b="0"/>
          <a:stretch/>
        </p:blipFill>
        <p:spPr>
          <a:xfrm>
            <a:off x="2581275" y="3729038"/>
            <a:ext cx="1004887" cy="1004887"/>
          </a:xfrm>
          <a:prstGeom prst="rect">
            <a:avLst/>
          </a:prstGeom>
        </p:spPr>
      </p:pic>
      <p:pic>
        <p:nvPicPr>
          <p:cNvPr id="31" name="Image 17" descr="preencoded.png">    </p:cNvPr>
          <p:cNvPicPr>
            <a:picLocks noChangeAspect="1"/>
          </p:cNvPicPr>
          <p:nvPr/>
        </p:nvPicPr>
        <p:blipFill>
          <a:blip r:embed="rId18"/>
          <a:srcRect l="0" r="0" t="0" b="0"/>
          <a:stretch/>
        </p:blipFill>
        <p:spPr>
          <a:xfrm>
            <a:off x="5243513" y="1119188"/>
            <a:ext cx="1004887" cy="1004887"/>
          </a:xfrm>
          <a:prstGeom prst="rect">
            <a:avLst/>
          </a:prstGeom>
        </p:spPr>
      </p:pic>
      <p:pic>
        <p:nvPicPr>
          <p:cNvPr id="32" name="Image 18" descr="preencoded.png">    </p:cNvPr>
          <p:cNvPicPr>
            <a:picLocks noChangeAspect="1"/>
          </p:cNvPicPr>
          <p:nvPr/>
        </p:nvPicPr>
        <p:blipFill>
          <a:blip r:embed="rId19"/>
          <a:srcRect l="0" r="0" t="0" b="0"/>
          <a:stretch/>
        </p:blipFill>
        <p:spPr>
          <a:xfrm>
            <a:off x="5243513" y="2324100"/>
            <a:ext cx="1004887" cy="1004887"/>
          </a:xfrm>
          <a:prstGeom prst="rect">
            <a:avLst/>
          </a:prstGeom>
        </p:spPr>
      </p:pic>
      <p:pic>
        <p:nvPicPr>
          <p:cNvPr id="33" name="Image 19" descr="preencoded.png">    </p:cNvPr>
          <p:cNvPicPr>
            <a:picLocks noChangeAspect="1"/>
          </p:cNvPicPr>
          <p:nvPr/>
        </p:nvPicPr>
        <p:blipFill>
          <a:blip r:embed="rId20"/>
          <a:srcRect l="0" r="0" t="0" b="0"/>
          <a:stretch/>
        </p:blipFill>
        <p:spPr>
          <a:xfrm>
            <a:off x="5243513" y="3681413"/>
            <a:ext cx="1004887" cy="1004887"/>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7022" t="0" b="0"/>
          <a:stretch/>
        </p:blipFill>
        <p:spPr>
          <a:xfrm>
            <a:off x="0" y="0"/>
            <a:ext cx="9144000" cy="5143500"/>
          </a:xfrm>
          <a:prstGeom prst="rect">
            <a:avLst/>
          </a:prstGeom>
        </p:spPr>
      </p:pic>
      <p:sp>
        <p:nvSpPr>
          <p:cNvPr id="3" name="Text 0"/>
          <p:cNvSpPr/>
          <p:nvPr/>
        </p:nvSpPr>
        <p:spPr>
          <a:xfrm>
            <a:off x="261937" y="3590925"/>
            <a:ext cx="4057650" cy="233362"/>
          </a:xfrm>
          <a:prstGeom prst="rect">
            <a:avLst/>
          </a:prstGeom>
          <a:noFill/>
          <a:ln/>
        </p:spPr>
        <p:txBody>
          <a:bodyPr wrap="square" lIns="0" tIns="0" rIns="0" bIns="0" rtlCol="0" anchor="t"/>
          <a:lstStyle/>
          <a:p>
            <a:pPr algn="l" indent="0" marL="0">
              <a:lnSpc>
                <a:spcPts val="1766"/>
              </a:lnSpc>
              <a:buNone/>
            </a:pPr>
            <a:r>
              <a:rPr lang="en-US" sz="1293" dirty="0">
                <a:solidFill>
                  <a:srgbClr val="C6CDD3">
                    <a:alpha val="99000"/>
                  </a:srgbClr>
                </a:solidFill>
                <a:latin typeface="Manrope" pitchFamily="34" charset="0"/>
                <a:ea typeface="Manrope" pitchFamily="34" charset="-122"/>
                <a:cs typeface="Manrope" pitchFamily="34" charset="-120"/>
              </a:rPr>
              <a:t>Construisons des expériences web,</a:t>
            </a:r>
            <a:pPr algn="l" indent="0" marL="0">
              <a:lnSpc>
                <a:spcPts val="1766"/>
              </a:lnSpc>
              <a:buNone/>
            </a:pPr>
            <a:r>
              <a:rPr lang="en-US" sz="1293" b="1" dirty="0">
                <a:solidFill>
                  <a:srgbClr val="C6CDD3">
                    <a:alpha val="99000"/>
                  </a:srgbClr>
                </a:solidFill>
                <a:latin typeface="Manrope" pitchFamily="34" charset="0"/>
                <a:ea typeface="Manrope" pitchFamily="34" charset="-122"/>
                <a:cs typeface="Manrope" pitchFamily="34" charset="-120"/>
              </a:rPr>
              <a:t> </a:t>
            </a:r>
            <a:pPr algn="l" indent="0" marL="0">
              <a:lnSpc>
                <a:spcPts val="1766"/>
              </a:lnSpc>
              <a:buNone/>
            </a:pPr>
            <a:r>
              <a:rPr lang="en-US" sz="1293" b="1" dirty="0">
                <a:solidFill>
                  <a:srgbClr val="005CFF">
                    <a:alpha val="99000"/>
                  </a:srgbClr>
                </a:solidFill>
                <a:latin typeface="Manrope" pitchFamily="34" charset="0"/>
                <a:ea typeface="Manrope" pitchFamily="34" charset="-122"/>
                <a:cs typeface="Manrope" pitchFamily="34" charset="-120"/>
              </a:rPr>
              <a:t>claires</a:t>
            </a:r>
            <a:pPr algn="l" indent="0" marL="0">
              <a:lnSpc>
                <a:spcPts val="1766"/>
              </a:lnSpc>
              <a:buNone/>
            </a:pPr>
            <a:r>
              <a:rPr lang="en-US" sz="1293" dirty="0">
                <a:solidFill>
                  <a:srgbClr val="C6CDD3">
                    <a:alpha val="99000"/>
                  </a:srgbClr>
                </a:solidFill>
                <a:latin typeface="Manrope" pitchFamily="34" charset="0"/>
                <a:ea typeface="Manrope" pitchFamily="34" charset="-122"/>
                <a:cs typeface="Manrope" pitchFamily="34" charset="-120"/>
              </a:rPr>
              <a:t>, </a:t>
            </a:r>
            <a:pPr algn="l" indent="0" marL="0">
              <a:lnSpc>
                <a:spcPts val="1766"/>
              </a:lnSpc>
              <a:buNone/>
            </a:pPr>
            <a:r>
              <a:rPr lang="en-US" sz="1293" b="1" dirty="0">
                <a:solidFill>
                  <a:srgbClr val="005CFF">
                    <a:alpha val="99000"/>
                  </a:srgbClr>
                </a:solidFill>
                <a:latin typeface="Manrope" pitchFamily="34" charset="0"/>
                <a:ea typeface="Manrope" pitchFamily="34" charset="-122"/>
                <a:cs typeface="Manrope" pitchFamily="34" charset="-120"/>
              </a:rPr>
              <a:t>modernes</a:t>
            </a:r>
            <a:pPr algn="l" indent="0" marL="0">
              <a:lnSpc>
                <a:spcPts val="1766"/>
              </a:lnSpc>
              <a:buNone/>
            </a:pPr>
            <a:r>
              <a:rPr lang="en-US" sz="1293" dirty="0">
                <a:solidFill>
                  <a:srgbClr val="C6CDD3">
                    <a:alpha val="99000"/>
                  </a:srgbClr>
                </a:solidFill>
                <a:latin typeface="Manrope" pitchFamily="34" charset="0"/>
                <a:ea typeface="Manrope" pitchFamily="34" charset="-122"/>
                <a:cs typeface="Manrope" pitchFamily="34" charset="-120"/>
              </a:rPr>
              <a:t> et </a:t>
            </a:r>
            <a:pPr algn="l" indent="0" marL="0">
              <a:lnSpc>
                <a:spcPts val="1766"/>
              </a:lnSpc>
              <a:buNone/>
            </a:pPr>
            <a:r>
              <a:rPr lang="en-US" sz="1293" dirty="0">
                <a:solidFill>
                  <a:srgbClr val="005CFF">
                    <a:alpha val="99000"/>
                  </a:srgbClr>
                </a:solidFill>
                <a:latin typeface="Manrope" pitchFamily="34" charset="0"/>
                <a:ea typeface="Manrope" pitchFamily="34" charset="-122"/>
                <a:cs typeface="Manrope" pitchFamily="34" charset="-120"/>
              </a:rPr>
              <a:t>durables.</a:t>
            </a:r>
            <a:endParaRPr lang="en-US" sz="1293" dirty="0"/>
          </a:p>
        </p:txBody>
      </p:sp>
      <p:sp>
        <p:nvSpPr>
          <p:cNvPr id="4" name="Text 1"/>
          <p:cNvSpPr/>
          <p:nvPr/>
        </p:nvSpPr>
        <p:spPr>
          <a:xfrm>
            <a:off x="261937" y="3152775"/>
            <a:ext cx="4700588" cy="233362"/>
          </a:xfrm>
          <a:prstGeom prst="rect">
            <a:avLst/>
          </a:prstGeom>
          <a:noFill/>
          <a:ln/>
        </p:spPr>
        <p:txBody>
          <a:bodyPr wrap="square" lIns="0" tIns="0" rIns="0" bIns="0" rtlCol="0" anchor="t"/>
          <a:lstStyle/>
          <a:p>
            <a:pPr algn="l" indent="0" marL="0">
              <a:lnSpc>
                <a:spcPts val="1766"/>
              </a:lnSpc>
              <a:buNone/>
            </a:pPr>
            <a:r>
              <a:rPr lang="en-US" sz="1293" dirty="0">
                <a:solidFill>
                  <a:srgbClr val="C6CDD3">
                    <a:alpha val="99000"/>
                  </a:srgbClr>
                </a:solidFill>
                <a:latin typeface="Manrope" pitchFamily="34" charset="0"/>
                <a:ea typeface="Manrope" pitchFamily="34" charset="-122"/>
                <a:cs typeface="Manrope" pitchFamily="34" charset="-120"/>
              </a:rPr>
              <a:t>ALT — Agence de développement web pour PME</a:t>
            </a:r>
            <a:endParaRPr lang="en-US" sz="1293" dirty="0"/>
          </a:p>
        </p:txBody>
      </p:sp>
      <p:sp>
        <p:nvSpPr>
          <p:cNvPr id="5" name="Text 2"/>
          <p:cNvSpPr/>
          <p:nvPr/>
        </p:nvSpPr>
        <p:spPr>
          <a:xfrm>
            <a:off x="414338" y="1343025"/>
            <a:ext cx="7725834" cy="1390650"/>
          </a:xfrm>
          <a:prstGeom prst="rect">
            <a:avLst/>
          </a:prstGeom>
          <a:noFill/>
          <a:ln/>
        </p:spPr>
        <p:txBody>
          <a:bodyPr wrap="square" lIns="0" tIns="0" rIns="0" bIns="0" rtlCol="0" anchor="t"/>
          <a:lstStyle/>
          <a:p>
            <a:pPr algn="l" indent="0" marL="0">
              <a:lnSpc>
                <a:spcPts val="10526"/>
              </a:lnSpc>
              <a:buNone/>
            </a:pPr>
            <a:r>
              <a:rPr lang="en-US" sz="7706" b="1" dirty="0">
                <a:solidFill>
                  <a:srgbClr val="FFFFFF">
                    <a:alpha val="99000"/>
                  </a:srgbClr>
                </a:solidFill>
                <a:latin typeface="Manrope" pitchFamily="34" charset="0"/>
                <a:ea typeface="Manrope" pitchFamily="34" charset="-122"/>
                <a:cs typeface="Manrope" pitchFamily="34" charset="-120"/>
              </a:rPr>
              <a:t>MERCI</a:t>
            </a:r>
            <a:pPr algn="l" indent="0" marL="0">
              <a:lnSpc>
                <a:spcPts val="10526"/>
              </a:lnSpc>
              <a:buNone/>
            </a:pPr>
            <a:r>
              <a:rPr lang="en-US" sz="7706" b="1" dirty="0">
                <a:solidFill>
                  <a:srgbClr val="005CFF">
                    <a:alpha val="99000"/>
                  </a:srgbClr>
                </a:solidFill>
                <a:latin typeface="Manrope" pitchFamily="34" charset="0"/>
                <a:ea typeface="Manrope" pitchFamily="34" charset="-122"/>
                <a:cs typeface="Manrope" pitchFamily="34" charset="-120"/>
              </a:rPr>
              <a:t> </a:t>
            </a:r>
            <a:endParaRPr lang="en-US" sz="7706" dirty="0"/>
          </a:p>
        </p:txBody>
      </p:sp>
      <p:sp>
        <p:nvSpPr>
          <p:cNvPr id="6" name="Text 3"/>
          <p:cNvSpPr/>
          <p:nvPr/>
        </p:nvSpPr>
        <p:spPr>
          <a:xfrm>
            <a:off x="261937" y="4243388"/>
            <a:ext cx="8196262" cy="273209"/>
          </a:xfrm>
          <a:prstGeom prst="rect">
            <a:avLst/>
          </a:prstGeom>
          <a:noFill/>
          <a:ln/>
        </p:spPr>
        <p:txBody>
          <a:bodyPr wrap="square" lIns="0" tIns="0" rIns="0" bIns="0" rtlCol="0" anchor="t"/>
          <a:lstStyle/>
          <a:p>
            <a:pPr algn="l"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            </a:t>
            </a:r>
            <a:pPr algn="l"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NOTRE IDENTITÉ. NOS VALEURS. </a:t>
            </a:r>
            <a:pPr algn="l" indent="0" marL="0">
              <a:lnSpc>
                <a:spcPts val="1557"/>
              </a:lnSpc>
              <a:buNone/>
            </a:pPr>
            <a:r>
              <a:rPr lang="en-US" sz="1140" dirty="0">
                <a:solidFill>
                  <a:srgbClr val="005CFF">
                    <a:alpha val="99000"/>
                  </a:srgbClr>
                </a:solidFill>
                <a:latin typeface="Manrope" pitchFamily="34" charset="0"/>
                <a:ea typeface="Manrope" pitchFamily="34" charset="-122"/>
                <a:cs typeface="Manrope" pitchFamily="34" charset="-120"/>
              </a:rPr>
              <a:t>VOTRE CONFIANCE.</a:t>
            </a:r>
            <a:endParaRPr lang="en-US" sz="1140" dirty="0"/>
          </a:p>
        </p:txBody>
      </p:sp>
      <p:pic>
        <p:nvPicPr>
          <p:cNvPr id="7" name="Image 1" descr="preencoded.png">    </p:cNvPr>
          <p:cNvPicPr>
            <a:picLocks noChangeAspect="1"/>
          </p:cNvPicPr>
          <p:nvPr/>
        </p:nvPicPr>
        <p:blipFill>
          <a:blip r:embed="rId2"/>
          <a:srcRect l="0" r="0" t="0" b="0"/>
          <a:stretch/>
        </p:blipFill>
        <p:spPr>
          <a:xfrm>
            <a:off x="261937" y="4176712"/>
            <a:ext cx="304800" cy="304800"/>
          </a:xfrm>
          <a:prstGeom prst="rect">
            <a:avLst/>
          </a:prstGeom>
        </p:spPr>
      </p:pic>
      <p:sp>
        <p:nvSpPr>
          <p:cNvPr id="8" name="Text 4"/>
          <p:cNvSpPr/>
          <p:nvPr/>
        </p:nvSpPr>
        <p:spPr>
          <a:xfrm>
            <a:off x="7286625" y="4352925"/>
            <a:ext cx="1302544" cy="473652"/>
          </a:xfrm>
          <a:prstGeom prst="rect">
            <a:avLst/>
          </a:prstGeom>
          <a:noFill/>
          <a:ln/>
        </p:spPr>
        <p:txBody>
          <a:bodyPr wrap="square" lIns="0" tIns="0" rIns="0" bIns="0" rtlCol="0" anchor="t"/>
          <a:lstStyle/>
          <a:p>
            <a:pPr algn="r"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22 </a:t>
            </a:r>
            <a:pPr algn="r" indent="0" marL="0">
              <a:lnSpc>
                <a:spcPts val="1557"/>
              </a:lnSpc>
              <a:buNone/>
            </a:pPr>
            <a:r>
              <a:rPr lang="en-US" sz="1140" dirty="0">
                <a:solidFill>
                  <a:srgbClr val="005CFF">
                    <a:alpha val="99000"/>
                  </a:srgbClr>
                </a:solidFill>
                <a:latin typeface="Manrope" pitchFamily="34" charset="0"/>
                <a:ea typeface="Manrope" pitchFamily="34" charset="-122"/>
                <a:cs typeface="Manrope" pitchFamily="34" charset="-120"/>
              </a:rPr>
              <a:t>/</a:t>
            </a:r>
            <a:pPr algn="r"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 </a:t>
            </a:r>
            <a:pPr algn="r"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22</a:t>
            </a:r>
            <a:endParaRPr lang="en-US" sz="1140" dirty="0"/>
          </a:p>
        </p:txBody>
      </p:sp>
      <p:pic>
        <p:nvPicPr>
          <p:cNvPr id="9" name="Image 2" descr="preencoded.png">    </p:cNvPr>
          <p:cNvPicPr>
            <a:picLocks noChangeAspect="1"/>
          </p:cNvPicPr>
          <p:nvPr/>
        </p:nvPicPr>
        <p:blipFill>
          <a:blip r:embed="rId3"/>
          <a:srcRect l="0" r="0" t="0" b="4830"/>
          <a:stretch/>
        </p:blipFill>
        <p:spPr>
          <a:xfrm>
            <a:off x="261937" y="-80962"/>
            <a:ext cx="2238375" cy="1595438"/>
          </a:xfrm>
          <a:prstGeom prst="rect">
            <a:avLst/>
          </a:prstGeom>
        </p:spPr>
      </p:pic>
      <p:pic>
        <p:nvPicPr>
          <p:cNvPr id="10" name="Image 3" descr="preencoded.png">    </p:cNvPr>
          <p:cNvPicPr>
            <a:picLocks noChangeAspect="1"/>
          </p:cNvPicPr>
          <p:nvPr/>
        </p:nvPicPr>
        <p:blipFill>
          <a:blip r:embed="rId4"/>
          <a:srcRect l="0" r="6733" t="0" b="33292"/>
          <a:stretch/>
        </p:blipFill>
        <p:spPr>
          <a:xfrm>
            <a:off x="1952625" y="-962025"/>
            <a:ext cx="7191375" cy="5143500"/>
          </a:xfrm>
          <a:prstGeom prst="rect">
            <a:avLst/>
          </a:prstGeom>
        </p:spPr>
      </p:pic>
      <p:sp>
        <p:nvSpPr>
          <p:cNvPr id="11" name="Text 5"/>
          <p:cNvSpPr/>
          <p:nvPr/>
        </p:nvSpPr>
        <p:spPr>
          <a:xfrm>
            <a:off x="414338" y="2571750"/>
            <a:ext cx="7725834" cy="1390650"/>
          </a:xfrm>
          <a:prstGeom prst="rect">
            <a:avLst/>
          </a:prstGeom>
          <a:noFill/>
          <a:ln/>
        </p:spPr>
        <p:txBody>
          <a:bodyPr wrap="square" lIns="0" tIns="0" rIns="0" bIns="0" rtlCol="0" anchor="t"/>
          <a:lstStyle/>
          <a:p>
            <a:pPr algn="l" indent="0" marL="0">
              <a:lnSpc>
                <a:spcPts val="3114"/>
              </a:lnSpc>
              <a:buNone/>
            </a:pPr>
            <a:r>
              <a:rPr lang="en-US" sz="2280" b="1" dirty="0">
                <a:solidFill>
                  <a:srgbClr val="FFFFFF">
                    <a:alpha val="99000"/>
                  </a:srgbClr>
                </a:solidFill>
                <a:latin typeface="Manrope" pitchFamily="34" charset="0"/>
                <a:ea typeface="Manrope" pitchFamily="34" charset="-122"/>
                <a:cs typeface="Manrope" pitchFamily="34" charset="-120"/>
              </a:rPr>
              <a:t>MERCI pour votre attention</a:t>
            </a:r>
            <a:endParaRPr lang="en-US" sz="22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2026-09-12T17:00:17Z</dcterms:created>
  <dcterms:modified xsi:type="dcterms:W3CDTF">2026-09-12T17:00:17Z</dcterms:modified>
</cp:coreProperties>
</file>